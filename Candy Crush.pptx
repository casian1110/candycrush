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156862-64D4-46C4-8685-B3CCD54A16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A444E6-E237-4551-8C9B-6A973C0BD212}">
      <dgm:prSet/>
      <dgm:spPr/>
      <dgm:t>
        <a:bodyPr/>
        <a:lstStyle/>
        <a:p>
          <a:r>
            <a:rPr lang="ro-RO"/>
            <a:t>Am realizat o versiune copie a jocului Candy Crush, în Python</a:t>
          </a:r>
          <a:endParaRPr lang="en-US"/>
        </a:p>
      </dgm:t>
    </dgm:pt>
    <dgm:pt modelId="{F3C64CF3-E135-42B9-8D36-95FFCAF506DA}" type="parTrans" cxnId="{4BA18B11-90DA-4E42-8303-F3EFEEA662B9}">
      <dgm:prSet/>
      <dgm:spPr/>
      <dgm:t>
        <a:bodyPr/>
        <a:lstStyle/>
        <a:p>
          <a:endParaRPr lang="en-US"/>
        </a:p>
      </dgm:t>
    </dgm:pt>
    <dgm:pt modelId="{485BDFD5-AEB2-4082-9CC6-586BB73535AF}" type="sibTrans" cxnId="{4BA18B11-90DA-4E42-8303-F3EFEEA662B9}">
      <dgm:prSet/>
      <dgm:spPr/>
      <dgm:t>
        <a:bodyPr/>
        <a:lstStyle/>
        <a:p>
          <a:endParaRPr lang="en-US"/>
        </a:p>
      </dgm:t>
    </dgm:pt>
    <dgm:pt modelId="{9B9669C0-8B7F-4947-B588-6E72D8C36C12}">
      <dgm:prSet/>
      <dgm:spPr/>
      <dgm:t>
        <a:bodyPr/>
        <a:lstStyle/>
        <a:p>
          <a:r>
            <a:rPr lang="ro-RO" dirty="0"/>
            <a:t>Aceasta demonstrează logica de bază a match-urilor </a:t>
          </a:r>
          <a:endParaRPr lang="en-US" dirty="0"/>
        </a:p>
      </dgm:t>
    </dgm:pt>
    <dgm:pt modelId="{D91EB925-78AF-4B32-9564-D0B1202A9BAF}" type="parTrans" cxnId="{75A38A17-6928-4429-AF20-EF9293BBF79F}">
      <dgm:prSet/>
      <dgm:spPr/>
      <dgm:t>
        <a:bodyPr/>
        <a:lstStyle/>
        <a:p>
          <a:endParaRPr lang="en-US"/>
        </a:p>
      </dgm:t>
    </dgm:pt>
    <dgm:pt modelId="{798E1FBC-3A24-4AA8-8966-93EBECB7A510}" type="sibTrans" cxnId="{75A38A17-6928-4429-AF20-EF9293BBF79F}">
      <dgm:prSet/>
      <dgm:spPr/>
      <dgm:t>
        <a:bodyPr/>
        <a:lstStyle/>
        <a:p>
          <a:endParaRPr lang="en-US"/>
        </a:p>
      </dgm:t>
    </dgm:pt>
    <dgm:pt modelId="{42C125A6-D5E7-4AEC-9173-82F3CF211C3D}">
      <dgm:prSet/>
      <dgm:spPr/>
      <dgm:t>
        <a:bodyPr/>
        <a:lstStyle/>
        <a:p>
          <a:r>
            <a:rPr lang="ro-RO"/>
            <a:t>Sunt folosite animații simple</a:t>
          </a:r>
          <a:endParaRPr lang="en-US"/>
        </a:p>
      </dgm:t>
    </dgm:pt>
    <dgm:pt modelId="{817BB366-80F7-478D-A56B-9FB10400E80A}" type="parTrans" cxnId="{5C4A189B-D61D-4568-823B-94E0BEC9494E}">
      <dgm:prSet/>
      <dgm:spPr/>
      <dgm:t>
        <a:bodyPr/>
        <a:lstStyle/>
        <a:p>
          <a:endParaRPr lang="en-US"/>
        </a:p>
      </dgm:t>
    </dgm:pt>
    <dgm:pt modelId="{FDF3CF21-41A2-4ACD-912B-06930D6AC0B8}" type="sibTrans" cxnId="{5C4A189B-D61D-4568-823B-94E0BEC9494E}">
      <dgm:prSet/>
      <dgm:spPr/>
      <dgm:t>
        <a:bodyPr/>
        <a:lstStyle/>
        <a:p>
          <a:endParaRPr lang="en-US"/>
        </a:p>
      </dgm:t>
    </dgm:pt>
    <dgm:pt modelId="{BAEFABC5-55C9-43D1-8425-2430F6FD76A9}" type="pres">
      <dgm:prSet presAssocID="{E3156862-64D4-46C4-8685-B3CCD54A1625}" presName="linear" presStyleCnt="0">
        <dgm:presLayoutVars>
          <dgm:animLvl val="lvl"/>
          <dgm:resizeHandles val="exact"/>
        </dgm:presLayoutVars>
      </dgm:prSet>
      <dgm:spPr/>
    </dgm:pt>
    <dgm:pt modelId="{1E473399-0D74-463D-AAB7-3D5713BBFC8A}" type="pres">
      <dgm:prSet presAssocID="{17A444E6-E237-4551-8C9B-6A973C0BD21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FD2A225-F787-4042-A0DA-F51657BD3AB8}" type="pres">
      <dgm:prSet presAssocID="{485BDFD5-AEB2-4082-9CC6-586BB73535AF}" presName="spacer" presStyleCnt="0"/>
      <dgm:spPr/>
    </dgm:pt>
    <dgm:pt modelId="{D6899160-D5D9-4857-A0C1-BC3C183153C4}" type="pres">
      <dgm:prSet presAssocID="{9B9669C0-8B7F-4947-B588-6E72D8C36C1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9099DBA-0E12-43A1-90E2-BD38765F567B}" type="pres">
      <dgm:prSet presAssocID="{798E1FBC-3A24-4AA8-8966-93EBECB7A510}" presName="spacer" presStyleCnt="0"/>
      <dgm:spPr/>
    </dgm:pt>
    <dgm:pt modelId="{9B13D8F0-B3A5-4EA4-9767-3B07BF2E6DD2}" type="pres">
      <dgm:prSet presAssocID="{42C125A6-D5E7-4AEC-9173-82F3CF211C3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BA18B11-90DA-4E42-8303-F3EFEEA662B9}" srcId="{E3156862-64D4-46C4-8685-B3CCD54A1625}" destId="{17A444E6-E237-4551-8C9B-6A973C0BD212}" srcOrd="0" destOrd="0" parTransId="{F3C64CF3-E135-42B9-8D36-95FFCAF506DA}" sibTransId="{485BDFD5-AEB2-4082-9CC6-586BB73535AF}"/>
    <dgm:cxn modelId="{EC43CE13-A535-4800-A215-5759F21A92AA}" type="presOf" srcId="{17A444E6-E237-4551-8C9B-6A973C0BD212}" destId="{1E473399-0D74-463D-AAB7-3D5713BBFC8A}" srcOrd="0" destOrd="0" presId="urn:microsoft.com/office/officeart/2005/8/layout/vList2"/>
    <dgm:cxn modelId="{75A38A17-6928-4429-AF20-EF9293BBF79F}" srcId="{E3156862-64D4-46C4-8685-B3CCD54A1625}" destId="{9B9669C0-8B7F-4947-B588-6E72D8C36C12}" srcOrd="1" destOrd="0" parTransId="{D91EB925-78AF-4B32-9564-D0B1202A9BAF}" sibTransId="{798E1FBC-3A24-4AA8-8966-93EBECB7A510}"/>
    <dgm:cxn modelId="{590C324B-A467-42FF-A9DA-465799CB5D0B}" type="presOf" srcId="{9B9669C0-8B7F-4947-B588-6E72D8C36C12}" destId="{D6899160-D5D9-4857-A0C1-BC3C183153C4}" srcOrd="0" destOrd="0" presId="urn:microsoft.com/office/officeart/2005/8/layout/vList2"/>
    <dgm:cxn modelId="{22EE0972-B089-4124-BD92-CA840F259011}" type="presOf" srcId="{42C125A6-D5E7-4AEC-9173-82F3CF211C3D}" destId="{9B13D8F0-B3A5-4EA4-9767-3B07BF2E6DD2}" srcOrd="0" destOrd="0" presId="urn:microsoft.com/office/officeart/2005/8/layout/vList2"/>
    <dgm:cxn modelId="{5C4A189B-D61D-4568-823B-94E0BEC9494E}" srcId="{E3156862-64D4-46C4-8685-B3CCD54A1625}" destId="{42C125A6-D5E7-4AEC-9173-82F3CF211C3D}" srcOrd="2" destOrd="0" parTransId="{817BB366-80F7-478D-A56B-9FB10400E80A}" sibTransId="{FDF3CF21-41A2-4ACD-912B-06930D6AC0B8}"/>
    <dgm:cxn modelId="{2FF6A0A8-F67F-419D-931E-185FAC70C8CB}" type="presOf" srcId="{E3156862-64D4-46C4-8685-B3CCD54A1625}" destId="{BAEFABC5-55C9-43D1-8425-2430F6FD76A9}" srcOrd="0" destOrd="0" presId="urn:microsoft.com/office/officeart/2005/8/layout/vList2"/>
    <dgm:cxn modelId="{8AAAA0D1-19D0-48FB-B60A-EFEF63CB0E64}" type="presParOf" srcId="{BAEFABC5-55C9-43D1-8425-2430F6FD76A9}" destId="{1E473399-0D74-463D-AAB7-3D5713BBFC8A}" srcOrd="0" destOrd="0" presId="urn:microsoft.com/office/officeart/2005/8/layout/vList2"/>
    <dgm:cxn modelId="{CB9698E8-5A99-41AB-8C31-16AB63759BB5}" type="presParOf" srcId="{BAEFABC5-55C9-43D1-8425-2430F6FD76A9}" destId="{0FD2A225-F787-4042-A0DA-F51657BD3AB8}" srcOrd="1" destOrd="0" presId="urn:microsoft.com/office/officeart/2005/8/layout/vList2"/>
    <dgm:cxn modelId="{08210C51-89D1-4AB8-AB27-C7FB3E804EAF}" type="presParOf" srcId="{BAEFABC5-55C9-43D1-8425-2430F6FD76A9}" destId="{D6899160-D5D9-4857-A0C1-BC3C183153C4}" srcOrd="2" destOrd="0" presId="urn:microsoft.com/office/officeart/2005/8/layout/vList2"/>
    <dgm:cxn modelId="{E1D34F5D-9F36-4E61-B8A0-D3EA738EF71D}" type="presParOf" srcId="{BAEFABC5-55C9-43D1-8425-2430F6FD76A9}" destId="{79099DBA-0E12-43A1-90E2-BD38765F567B}" srcOrd="3" destOrd="0" presId="urn:microsoft.com/office/officeart/2005/8/layout/vList2"/>
    <dgm:cxn modelId="{57137004-8AFA-4C61-99BC-E0B71C51BED5}" type="presParOf" srcId="{BAEFABC5-55C9-43D1-8425-2430F6FD76A9}" destId="{9B13D8F0-B3A5-4EA4-9767-3B07BF2E6D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E30AE8-F711-40AC-8B64-1BDA33051604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2CDD431-1669-4023-A27E-0DC312DABC7A}">
      <dgm:prSet/>
      <dgm:spPr/>
      <dgm:t>
        <a:bodyPr/>
        <a:lstStyle/>
        <a:p>
          <a:r>
            <a:rPr lang="ro-RO"/>
            <a:t>Crearea unui joc vizual similar Candy Crush</a:t>
          </a:r>
          <a:endParaRPr lang="en-US"/>
        </a:p>
      </dgm:t>
    </dgm:pt>
    <dgm:pt modelId="{003216E1-B6D0-40A0-B017-010792F79E9B}" type="parTrans" cxnId="{E7D2F353-560D-4E13-94D9-F2622BDF7A9D}">
      <dgm:prSet/>
      <dgm:spPr/>
      <dgm:t>
        <a:bodyPr/>
        <a:lstStyle/>
        <a:p>
          <a:endParaRPr lang="en-US"/>
        </a:p>
      </dgm:t>
    </dgm:pt>
    <dgm:pt modelId="{3C8AE5DE-C8D8-4A3C-9996-B82E4BA2AD1C}" type="sibTrans" cxnId="{E7D2F353-560D-4E13-94D9-F2622BDF7A9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0358808-A1CE-4DC2-BD2A-E6FC0ADCC653}">
      <dgm:prSet/>
      <dgm:spPr/>
      <dgm:t>
        <a:bodyPr/>
        <a:lstStyle/>
        <a:p>
          <a:r>
            <a:rPr lang="ro-RO" dirty="0"/>
            <a:t>Implementarea unui algoritm de detectare a match-urilor (combinațiilor)</a:t>
          </a:r>
          <a:endParaRPr lang="en-US" dirty="0"/>
        </a:p>
      </dgm:t>
    </dgm:pt>
    <dgm:pt modelId="{DBC35E6F-3FE4-425B-99BA-0F286D2A7211}" type="parTrans" cxnId="{7AF7916D-598A-48B6-B83E-0D1E65825A58}">
      <dgm:prSet/>
      <dgm:spPr/>
      <dgm:t>
        <a:bodyPr/>
        <a:lstStyle/>
        <a:p>
          <a:endParaRPr lang="en-US"/>
        </a:p>
      </dgm:t>
    </dgm:pt>
    <dgm:pt modelId="{E3D7344C-1502-4FD6-8251-A23173B46B6C}" type="sibTrans" cxnId="{7AF7916D-598A-48B6-B83E-0D1E65825A58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294CE1F-B9ED-464A-8362-F081F8536FF7}">
      <dgm:prSet/>
      <dgm:spPr/>
      <dgm:t>
        <a:bodyPr/>
        <a:lstStyle/>
        <a:p>
          <a:r>
            <a:rPr lang="ro-RO"/>
            <a:t>Evidențierea swap-urilor și match-urilor</a:t>
          </a:r>
          <a:endParaRPr lang="en-US"/>
        </a:p>
      </dgm:t>
    </dgm:pt>
    <dgm:pt modelId="{B7E942B5-1C9B-4756-B9AB-45F3A8BB4BBA}" type="parTrans" cxnId="{2CA7B0AB-B094-4099-A9D5-696CF120260F}">
      <dgm:prSet/>
      <dgm:spPr/>
      <dgm:t>
        <a:bodyPr/>
        <a:lstStyle/>
        <a:p>
          <a:endParaRPr lang="en-US"/>
        </a:p>
      </dgm:t>
    </dgm:pt>
    <dgm:pt modelId="{7BAFE20B-A05C-457E-B8DA-8AC2E26AE15E}" type="sibTrans" cxnId="{2CA7B0AB-B094-4099-A9D5-696CF120260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E17616C-5A3B-4684-96D1-329BD2E14F06}" type="pres">
      <dgm:prSet presAssocID="{CAE30AE8-F711-40AC-8B64-1BDA33051604}" presName="Name0" presStyleCnt="0">
        <dgm:presLayoutVars>
          <dgm:animLvl val="lvl"/>
          <dgm:resizeHandles val="exact"/>
        </dgm:presLayoutVars>
      </dgm:prSet>
      <dgm:spPr/>
    </dgm:pt>
    <dgm:pt modelId="{E298AF16-D34C-4DFD-BC3F-56A7E4CEE0DB}" type="pres">
      <dgm:prSet presAssocID="{D2CDD431-1669-4023-A27E-0DC312DABC7A}" presName="compositeNode" presStyleCnt="0">
        <dgm:presLayoutVars>
          <dgm:bulletEnabled val="1"/>
        </dgm:presLayoutVars>
      </dgm:prSet>
      <dgm:spPr/>
    </dgm:pt>
    <dgm:pt modelId="{3C68D3F7-1FED-48A6-A0C7-8CDADB24D605}" type="pres">
      <dgm:prSet presAssocID="{D2CDD431-1669-4023-A27E-0DC312DABC7A}" presName="bgRect" presStyleLbl="bgAccFollowNode1" presStyleIdx="0" presStyleCnt="3"/>
      <dgm:spPr/>
    </dgm:pt>
    <dgm:pt modelId="{FDC27870-8A8C-4FA7-8D86-A26A60E8EE20}" type="pres">
      <dgm:prSet presAssocID="{3C8AE5DE-C8D8-4A3C-9996-B82E4BA2AD1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523C3DAC-607E-4096-A710-D46AB5EEC53C}" type="pres">
      <dgm:prSet presAssocID="{D2CDD431-1669-4023-A27E-0DC312DABC7A}" presName="bottomLine" presStyleLbl="alignNode1" presStyleIdx="1" presStyleCnt="6">
        <dgm:presLayoutVars/>
      </dgm:prSet>
      <dgm:spPr/>
    </dgm:pt>
    <dgm:pt modelId="{166FE762-410A-4AE0-BB0A-82A93A210185}" type="pres">
      <dgm:prSet presAssocID="{D2CDD431-1669-4023-A27E-0DC312DABC7A}" presName="nodeText" presStyleLbl="bgAccFollowNode1" presStyleIdx="0" presStyleCnt="3">
        <dgm:presLayoutVars>
          <dgm:bulletEnabled val="1"/>
        </dgm:presLayoutVars>
      </dgm:prSet>
      <dgm:spPr/>
    </dgm:pt>
    <dgm:pt modelId="{E62F9275-73CA-46BB-A2E7-2696962D06B6}" type="pres">
      <dgm:prSet presAssocID="{3C8AE5DE-C8D8-4A3C-9996-B82E4BA2AD1C}" presName="sibTrans" presStyleCnt="0"/>
      <dgm:spPr/>
    </dgm:pt>
    <dgm:pt modelId="{8B09B8DE-894F-4AA0-B0BF-9769D338A21D}" type="pres">
      <dgm:prSet presAssocID="{E0358808-A1CE-4DC2-BD2A-E6FC0ADCC653}" presName="compositeNode" presStyleCnt="0">
        <dgm:presLayoutVars>
          <dgm:bulletEnabled val="1"/>
        </dgm:presLayoutVars>
      </dgm:prSet>
      <dgm:spPr/>
    </dgm:pt>
    <dgm:pt modelId="{FBFC0244-8BE6-42CA-8068-47B176D45EBC}" type="pres">
      <dgm:prSet presAssocID="{E0358808-A1CE-4DC2-BD2A-E6FC0ADCC653}" presName="bgRect" presStyleLbl="bgAccFollowNode1" presStyleIdx="1" presStyleCnt="3"/>
      <dgm:spPr/>
    </dgm:pt>
    <dgm:pt modelId="{1DD6F633-96FA-4E37-A882-DA820217F567}" type="pres">
      <dgm:prSet presAssocID="{E3D7344C-1502-4FD6-8251-A23173B46B6C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AF2864C5-ADBD-42E1-BA29-7D22A5F9EC67}" type="pres">
      <dgm:prSet presAssocID="{E0358808-A1CE-4DC2-BD2A-E6FC0ADCC653}" presName="bottomLine" presStyleLbl="alignNode1" presStyleIdx="3" presStyleCnt="6">
        <dgm:presLayoutVars/>
      </dgm:prSet>
      <dgm:spPr/>
    </dgm:pt>
    <dgm:pt modelId="{3918372D-FD8B-4097-AC51-39EFF67A7A0C}" type="pres">
      <dgm:prSet presAssocID="{E0358808-A1CE-4DC2-BD2A-E6FC0ADCC653}" presName="nodeText" presStyleLbl="bgAccFollowNode1" presStyleIdx="1" presStyleCnt="3">
        <dgm:presLayoutVars>
          <dgm:bulletEnabled val="1"/>
        </dgm:presLayoutVars>
      </dgm:prSet>
      <dgm:spPr/>
    </dgm:pt>
    <dgm:pt modelId="{E91CB8B9-3819-465D-9F8E-45B36B80A8BA}" type="pres">
      <dgm:prSet presAssocID="{E3D7344C-1502-4FD6-8251-A23173B46B6C}" presName="sibTrans" presStyleCnt="0"/>
      <dgm:spPr/>
    </dgm:pt>
    <dgm:pt modelId="{A6B83A8A-9C53-4AEF-A518-967AD46C0DE6}" type="pres">
      <dgm:prSet presAssocID="{9294CE1F-B9ED-464A-8362-F081F8536FF7}" presName="compositeNode" presStyleCnt="0">
        <dgm:presLayoutVars>
          <dgm:bulletEnabled val="1"/>
        </dgm:presLayoutVars>
      </dgm:prSet>
      <dgm:spPr/>
    </dgm:pt>
    <dgm:pt modelId="{DF7D2D08-6D28-4E0F-8E2F-D1B1F9C41D18}" type="pres">
      <dgm:prSet presAssocID="{9294CE1F-B9ED-464A-8362-F081F8536FF7}" presName="bgRect" presStyleLbl="bgAccFollowNode1" presStyleIdx="2" presStyleCnt="3"/>
      <dgm:spPr/>
    </dgm:pt>
    <dgm:pt modelId="{D52F3CC1-70D3-4B32-873F-60102CE8C529}" type="pres">
      <dgm:prSet presAssocID="{7BAFE20B-A05C-457E-B8DA-8AC2E26AE15E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9E401720-EDF8-4110-B69B-E80D658B3EEE}" type="pres">
      <dgm:prSet presAssocID="{9294CE1F-B9ED-464A-8362-F081F8536FF7}" presName="bottomLine" presStyleLbl="alignNode1" presStyleIdx="5" presStyleCnt="6">
        <dgm:presLayoutVars/>
      </dgm:prSet>
      <dgm:spPr/>
    </dgm:pt>
    <dgm:pt modelId="{F9909BCC-056A-4327-AA64-9D8D755E9B29}" type="pres">
      <dgm:prSet presAssocID="{9294CE1F-B9ED-464A-8362-F081F8536FF7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F724326-43DA-4DC1-A685-2038A38F85D9}" type="presOf" srcId="{3C8AE5DE-C8D8-4A3C-9996-B82E4BA2AD1C}" destId="{FDC27870-8A8C-4FA7-8D86-A26A60E8EE20}" srcOrd="0" destOrd="0" presId="urn:microsoft.com/office/officeart/2016/7/layout/BasicLinearProcessNumbered"/>
    <dgm:cxn modelId="{605D8D28-B8E0-4970-9491-4FBDE6455C55}" type="presOf" srcId="{7BAFE20B-A05C-457E-B8DA-8AC2E26AE15E}" destId="{D52F3CC1-70D3-4B32-873F-60102CE8C529}" srcOrd="0" destOrd="0" presId="urn:microsoft.com/office/officeart/2016/7/layout/BasicLinearProcessNumbered"/>
    <dgm:cxn modelId="{0BD8D82E-F267-4402-8858-18EB1E13AA8D}" type="presOf" srcId="{E0358808-A1CE-4DC2-BD2A-E6FC0ADCC653}" destId="{3918372D-FD8B-4097-AC51-39EFF67A7A0C}" srcOrd="1" destOrd="0" presId="urn:microsoft.com/office/officeart/2016/7/layout/BasicLinearProcessNumbered"/>
    <dgm:cxn modelId="{F706EE40-67F5-493B-9072-A3C388528E15}" type="presOf" srcId="{D2CDD431-1669-4023-A27E-0DC312DABC7A}" destId="{166FE762-410A-4AE0-BB0A-82A93A210185}" srcOrd="1" destOrd="0" presId="urn:microsoft.com/office/officeart/2016/7/layout/BasicLinearProcessNumbered"/>
    <dgm:cxn modelId="{1A766242-D26A-412C-9BB6-E813E9F7C481}" type="presOf" srcId="{9294CE1F-B9ED-464A-8362-F081F8536FF7}" destId="{F9909BCC-056A-4327-AA64-9D8D755E9B29}" srcOrd="1" destOrd="0" presId="urn:microsoft.com/office/officeart/2016/7/layout/BasicLinearProcessNumbered"/>
    <dgm:cxn modelId="{12C06949-FFD7-4A4F-996D-253800781090}" type="presOf" srcId="{E0358808-A1CE-4DC2-BD2A-E6FC0ADCC653}" destId="{FBFC0244-8BE6-42CA-8068-47B176D45EBC}" srcOrd="0" destOrd="0" presId="urn:microsoft.com/office/officeart/2016/7/layout/BasicLinearProcessNumbered"/>
    <dgm:cxn modelId="{7AF7916D-598A-48B6-B83E-0D1E65825A58}" srcId="{CAE30AE8-F711-40AC-8B64-1BDA33051604}" destId="{E0358808-A1CE-4DC2-BD2A-E6FC0ADCC653}" srcOrd="1" destOrd="0" parTransId="{DBC35E6F-3FE4-425B-99BA-0F286D2A7211}" sibTransId="{E3D7344C-1502-4FD6-8251-A23173B46B6C}"/>
    <dgm:cxn modelId="{E7D2F353-560D-4E13-94D9-F2622BDF7A9D}" srcId="{CAE30AE8-F711-40AC-8B64-1BDA33051604}" destId="{D2CDD431-1669-4023-A27E-0DC312DABC7A}" srcOrd="0" destOrd="0" parTransId="{003216E1-B6D0-40A0-B017-010792F79E9B}" sibTransId="{3C8AE5DE-C8D8-4A3C-9996-B82E4BA2AD1C}"/>
    <dgm:cxn modelId="{AC66B875-288E-4F82-A33D-9086511EAD2B}" type="presOf" srcId="{E3D7344C-1502-4FD6-8251-A23173B46B6C}" destId="{1DD6F633-96FA-4E37-A882-DA820217F567}" srcOrd="0" destOrd="0" presId="urn:microsoft.com/office/officeart/2016/7/layout/BasicLinearProcessNumbered"/>
    <dgm:cxn modelId="{01B37E90-BC12-4150-83A0-E1AFBD53B4F2}" type="presOf" srcId="{CAE30AE8-F711-40AC-8B64-1BDA33051604}" destId="{9E17616C-5A3B-4684-96D1-329BD2E14F06}" srcOrd="0" destOrd="0" presId="urn:microsoft.com/office/officeart/2016/7/layout/BasicLinearProcessNumbered"/>
    <dgm:cxn modelId="{82A26A9E-6152-4032-8F80-A42D813EE32E}" type="presOf" srcId="{9294CE1F-B9ED-464A-8362-F081F8536FF7}" destId="{DF7D2D08-6D28-4E0F-8E2F-D1B1F9C41D18}" srcOrd="0" destOrd="0" presId="urn:microsoft.com/office/officeart/2016/7/layout/BasicLinearProcessNumbered"/>
    <dgm:cxn modelId="{6EC8A7A0-861D-46A4-BD7C-A74B76EA1BCB}" type="presOf" srcId="{D2CDD431-1669-4023-A27E-0DC312DABC7A}" destId="{3C68D3F7-1FED-48A6-A0C7-8CDADB24D605}" srcOrd="0" destOrd="0" presId="urn:microsoft.com/office/officeart/2016/7/layout/BasicLinearProcessNumbered"/>
    <dgm:cxn modelId="{2CA7B0AB-B094-4099-A9D5-696CF120260F}" srcId="{CAE30AE8-F711-40AC-8B64-1BDA33051604}" destId="{9294CE1F-B9ED-464A-8362-F081F8536FF7}" srcOrd="2" destOrd="0" parTransId="{B7E942B5-1C9B-4756-B9AB-45F3A8BB4BBA}" sibTransId="{7BAFE20B-A05C-457E-B8DA-8AC2E26AE15E}"/>
    <dgm:cxn modelId="{FD247FE2-FD42-4DD6-8729-36A501DDB4BE}" type="presParOf" srcId="{9E17616C-5A3B-4684-96D1-329BD2E14F06}" destId="{E298AF16-D34C-4DFD-BC3F-56A7E4CEE0DB}" srcOrd="0" destOrd="0" presId="urn:microsoft.com/office/officeart/2016/7/layout/BasicLinearProcessNumbered"/>
    <dgm:cxn modelId="{ACAA584E-111A-49E5-A5DA-B0C1774E0DC8}" type="presParOf" srcId="{E298AF16-D34C-4DFD-BC3F-56A7E4CEE0DB}" destId="{3C68D3F7-1FED-48A6-A0C7-8CDADB24D605}" srcOrd="0" destOrd="0" presId="urn:microsoft.com/office/officeart/2016/7/layout/BasicLinearProcessNumbered"/>
    <dgm:cxn modelId="{C24F9924-F3F0-491F-A096-2E8C1459224E}" type="presParOf" srcId="{E298AF16-D34C-4DFD-BC3F-56A7E4CEE0DB}" destId="{FDC27870-8A8C-4FA7-8D86-A26A60E8EE20}" srcOrd="1" destOrd="0" presId="urn:microsoft.com/office/officeart/2016/7/layout/BasicLinearProcessNumbered"/>
    <dgm:cxn modelId="{780BC639-3EF5-48F4-ACCA-34319B42CE37}" type="presParOf" srcId="{E298AF16-D34C-4DFD-BC3F-56A7E4CEE0DB}" destId="{523C3DAC-607E-4096-A710-D46AB5EEC53C}" srcOrd="2" destOrd="0" presId="urn:microsoft.com/office/officeart/2016/7/layout/BasicLinearProcessNumbered"/>
    <dgm:cxn modelId="{90A9C20E-C2D7-4068-9400-D594E96BE082}" type="presParOf" srcId="{E298AF16-D34C-4DFD-BC3F-56A7E4CEE0DB}" destId="{166FE762-410A-4AE0-BB0A-82A93A210185}" srcOrd="3" destOrd="0" presId="urn:microsoft.com/office/officeart/2016/7/layout/BasicLinearProcessNumbered"/>
    <dgm:cxn modelId="{6357BC28-C017-4610-98E3-2352593B9637}" type="presParOf" srcId="{9E17616C-5A3B-4684-96D1-329BD2E14F06}" destId="{E62F9275-73CA-46BB-A2E7-2696962D06B6}" srcOrd="1" destOrd="0" presId="urn:microsoft.com/office/officeart/2016/7/layout/BasicLinearProcessNumbered"/>
    <dgm:cxn modelId="{758129CD-BEB1-4AAD-8BDD-E52521BBE40F}" type="presParOf" srcId="{9E17616C-5A3B-4684-96D1-329BD2E14F06}" destId="{8B09B8DE-894F-4AA0-B0BF-9769D338A21D}" srcOrd="2" destOrd="0" presId="urn:microsoft.com/office/officeart/2016/7/layout/BasicLinearProcessNumbered"/>
    <dgm:cxn modelId="{C43CC997-4C41-4471-B957-19E08EC55152}" type="presParOf" srcId="{8B09B8DE-894F-4AA0-B0BF-9769D338A21D}" destId="{FBFC0244-8BE6-42CA-8068-47B176D45EBC}" srcOrd="0" destOrd="0" presId="urn:microsoft.com/office/officeart/2016/7/layout/BasicLinearProcessNumbered"/>
    <dgm:cxn modelId="{15E0EBFD-2899-4851-A519-374A6B157AD3}" type="presParOf" srcId="{8B09B8DE-894F-4AA0-B0BF-9769D338A21D}" destId="{1DD6F633-96FA-4E37-A882-DA820217F567}" srcOrd="1" destOrd="0" presId="urn:microsoft.com/office/officeart/2016/7/layout/BasicLinearProcessNumbered"/>
    <dgm:cxn modelId="{09091344-3E60-4067-AA43-83DB27C90CA7}" type="presParOf" srcId="{8B09B8DE-894F-4AA0-B0BF-9769D338A21D}" destId="{AF2864C5-ADBD-42E1-BA29-7D22A5F9EC67}" srcOrd="2" destOrd="0" presId="urn:microsoft.com/office/officeart/2016/7/layout/BasicLinearProcessNumbered"/>
    <dgm:cxn modelId="{F847FAE2-DEA1-4641-9F3D-AC6DBDCF058E}" type="presParOf" srcId="{8B09B8DE-894F-4AA0-B0BF-9769D338A21D}" destId="{3918372D-FD8B-4097-AC51-39EFF67A7A0C}" srcOrd="3" destOrd="0" presId="urn:microsoft.com/office/officeart/2016/7/layout/BasicLinearProcessNumbered"/>
    <dgm:cxn modelId="{D8143F18-7A7A-4358-A57E-B4096AFE8915}" type="presParOf" srcId="{9E17616C-5A3B-4684-96D1-329BD2E14F06}" destId="{E91CB8B9-3819-465D-9F8E-45B36B80A8BA}" srcOrd="3" destOrd="0" presId="urn:microsoft.com/office/officeart/2016/7/layout/BasicLinearProcessNumbered"/>
    <dgm:cxn modelId="{1203BE52-D804-48DE-BA95-180C4F29D666}" type="presParOf" srcId="{9E17616C-5A3B-4684-96D1-329BD2E14F06}" destId="{A6B83A8A-9C53-4AEF-A518-967AD46C0DE6}" srcOrd="4" destOrd="0" presId="urn:microsoft.com/office/officeart/2016/7/layout/BasicLinearProcessNumbered"/>
    <dgm:cxn modelId="{F555DE0B-598F-4BE7-B0CE-8FF2232E4FC9}" type="presParOf" srcId="{A6B83A8A-9C53-4AEF-A518-967AD46C0DE6}" destId="{DF7D2D08-6D28-4E0F-8E2F-D1B1F9C41D18}" srcOrd="0" destOrd="0" presId="urn:microsoft.com/office/officeart/2016/7/layout/BasicLinearProcessNumbered"/>
    <dgm:cxn modelId="{8B92E0D9-58F5-4A52-83D7-2A392EE15F08}" type="presParOf" srcId="{A6B83A8A-9C53-4AEF-A518-967AD46C0DE6}" destId="{D52F3CC1-70D3-4B32-873F-60102CE8C529}" srcOrd="1" destOrd="0" presId="urn:microsoft.com/office/officeart/2016/7/layout/BasicLinearProcessNumbered"/>
    <dgm:cxn modelId="{BD2BEF8B-5073-4210-8657-C15E80395DB9}" type="presParOf" srcId="{A6B83A8A-9C53-4AEF-A518-967AD46C0DE6}" destId="{9E401720-EDF8-4110-B69B-E80D658B3EEE}" srcOrd="2" destOrd="0" presId="urn:microsoft.com/office/officeart/2016/7/layout/BasicLinearProcessNumbered"/>
    <dgm:cxn modelId="{9E3E490A-B8B8-4207-B595-0EDA1550EF27}" type="presParOf" srcId="{A6B83A8A-9C53-4AEF-A518-967AD46C0DE6}" destId="{F9909BCC-056A-4327-AA64-9D8D755E9B2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90518B-3BBA-4795-8E7F-F0791835172C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0626380-E9DC-46F2-B69F-D4A43497C9B1}">
      <dgm:prSet/>
      <dgm:spPr/>
      <dgm:t>
        <a:bodyPr/>
        <a:lstStyle/>
        <a:p>
          <a:r>
            <a:rPr lang="ro-RO"/>
            <a:t>Tkinter pentru interfața grafică</a:t>
          </a:r>
          <a:endParaRPr lang="en-US"/>
        </a:p>
      </dgm:t>
    </dgm:pt>
    <dgm:pt modelId="{88EC0ADE-2F34-4987-BE5F-AED77CA5EC09}" type="parTrans" cxnId="{7B6DD4E1-5C1A-4E82-AB9D-10802C8C80B7}">
      <dgm:prSet/>
      <dgm:spPr/>
      <dgm:t>
        <a:bodyPr/>
        <a:lstStyle/>
        <a:p>
          <a:endParaRPr lang="en-US"/>
        </a:p>
      </dgm:t>
    </dgm:pt>
    <dgm:pt modelId="{1AB4AC6C-B6D0-4DF9-B3D0-11896FF8E3A4}" type="sibTrans" cxnId="{7B6DD4E1-5C1A-4E82-AB9D-10802C8C80B7}">
      <dgm:prSet/>
      <dgm:spPr/>
      <dgm:t>
        <a:bodyPr/>
        <a:lstStyle/>
        <a:p>
          <a:endParaRPr lang="en-US"/>
        </a:p>
      </dgm:t>
    </dgm:pt>
    <dgm:pt modelId="{F38F2D8E-C03E-4D7E-ABA7-02BAEA46BA43}">
      <dgm:prSet/>
      <dgm:spPr/>
      <dgm:t>
        <a:bodyPr/>
        <a:lstStyle/>
        <a:p>
          <a:r>
            <a:rPr lang="ro-RO"/>
            <a:t>Random pentru generarea aleatorie a bomboanelor</a:t>
          </a:r>
          <a:endParaRPr lang="en-US"/>
        </a:p>
      </dgm:t>
    </dgm:pt>
    <dgm:pt modelId="{7770C33A-7C76-49FE-9A91-7E6C9D0054D7}" type="parTrans" cxnId="{D18759FB-0335-4BC9-85F8-70A1565732D0}">
      <dgm:prSet/>
      <dgm:spPr/>
      <dgm:t>
        <a:bodyPr/>
        <a:lstStyle/>
        <a:p>
          <a:endParaRPr lang="en-US"/>
        </a:p>
      </dgm:t>
    </dgm:pt>
    <dgm:pt modelId="{E1C849D7-5671-4873-8AD6-C8F1869C610D}" type="sibTrans" cxnId="{D18759FB-0335-4BC9-85F8-70A1565732D0}">
      <dgm:prSet/>
      <dgm:spPr/>
      <dgm:t>
        <a:bodyPr/>
        <a:lstStyle/>
        <a:p>
          <a:endParaRPr lang="en-US"/>
        </a:p>
      </dgm:t>
    </dgm:pt>
    <dgm:pt modelId="{9A297C8C-CF72-45D7-A757-9F25D2C2321A}">
      <dgm:prSet/>
      <dgm:spPr/>
      <dgm:t>
        <a:bodyPr/>
        <a:lstStyle/>
        <a:p>
          <a:r>
            <a:rPr lang="ro-RO"/>
            <a:t>Structuri de date (liste, seturi)</a:t>
          </a:r>
          <a:endParaRPr lang="en-US"/>
        </a:p>
      </dgm:t>
    </dgm:pt>
    <dgm:pt modelId="{6CCB60E0-AA34-4B22-B5C9-CC78BA5DA6F2}" type="parTrans" cxnId="{83AEB60F-16DB-480E-8CF2-2BFC3002BE44}">
      <dgm:prSet/>
      <dgm:spPr/>
      <dgm:t>
        <a:bodyPr/>
        <a:lstStyle/>
        <a:p>
          <a:endParaRPr lang="en-US"/>
        </a:p>
      </dgm:t>
    </dgm:pt>
    <dgm:pt modelId="{DE8E87C5-9F9F-4507-B701-F40679923756}" type="sibTrans" cxnId="{83AEB60F-16DB-480E-8CF2-2BFC3002BE44}">
      <dgm:prSet/>
      <dgm:spPr/>
      <dgm:t>
        <a:bodyPr/>
        <a:lstStyle/>
        <a:p>
          <a:endParaRPr lang="en-US"/>
        </a:p>
      </dgm:t>
    </dgm:pt>
    <dgm:pt modelId="{4F5DA02B-245D-4E83-9FB5-7DC04CF7C389}" type="pres">
      <dgm:prSet presAssocID="{3B90518B-3BBA-4795-8E7F-F0791835172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700A68-EF4E-4C03-9737-AA769F494452}" type="pres">
      <dgm:prSet presAssocID="{D0626380-E9DC-46F2-B69F-D4A43497C9B1}" presName="hierRoot1" presStyleCnt="0"/>
      <dgm:spPr/>
    </dgm:pt>
    <dgm:pt modelId="{C3AE5AD8-2111-4BF9-A165-394D538EE20A}" type="pres">
      <dgm:prSet presAssocID="{D0626380-E9DC-46F2-B69F-D4A43497C9B1}" presName="composite" presStyleCnt="0"/>
      <dgm:spPr/>
    </dgm:pt>
    <dgm:pt modelId="{6D44BAC4-44E2-40A6-8036-0849F563FF1C}" type="pres">
      <dgm:prSet presAssocID="{D0626380-E9DC-46F2-B69F-D4A43497C9B1}" presName="background" presStyleLbl="node0" presStyleIdx="0" presStyleCnt="3"/>
      <dgm:spPr/>
    </dgm:pt>
    <dgm:pt modelId="{FFBFD9C7-676D-4080-97CC-EDB3CB049237}" type="pres">
      <dgm:prSet presAssocID="{D0626380-E9DC-46F2-B69F-D4A43497C9B1}" presName="text" presStyleLbl="fgAcc0" presStyleIdx="0" presStyleCnt="3">
        <dgm:presLayoutVars>
          <dgm:chPref val="3"/>
        </dgm:presLayoutVars>
      </dgm:prSet>
      <dgm:spPr/>
    </dgm:pt>
    <dgm:pt modelId="{A15943A7-FFFE-4C44-8700-D5AC291E3F02}" type="pres">
      <dgm:prSet presAssocID="{D0626380-E9DC-46F2-B69F-D4A43497C9B1}" presName="hierChild2" presStyleCnt="0"/>
      <dgm:spPr/>
    </dgm:pt>
    <dgm:pt modelId="{E9DA8B4F-10C3-48B0-A277-826AD6AE627A}" type="pres">
      <dgm:prSet presAssocID="{F38F2D8E-C03E-4D7E-ABA7-02BAEA46BA43}" presName="hierRoot1" presStyleCnt="0"/>
      <dgm:spPr/>
    </dgm:pt>
    <dgm:pt modelId="{77EFC9BA-45F2-4430-83ED-1A7F36A23052}" type="pres">
      <dgm:prSet presAssocID="{F38F2D8E-C03E-4D7E-ABA7-02BAEA46BA43}" presName="composite" presStyleCnt="0"/>
      <dgm:spPr/>
    </dgm:pt>
    <dgm:pt modelId="{55FC23A5-B821-482D-82C9-F8C25F5088DD}" type="pres">
      <dgm:prSet presAssocID="{F38F2D8E-C03E-4D7E-ABA7-02BAEA46BA43}" presName="background" presStyleLbl="node0" presStyleIdx="1" presStyleCnt="3"/>
      <dgm:spPr/>
    </dgm:pt>
    <dgm:pt modelId="{8AE386FD-16A9-4178-8737-30E3028AB4C6}" type="pres">
      <dgm:prSet presAssocID="{F38F2D8E-C03E-4D7E-ABA7-02BAEA46BA43}" presName="text" presStyleLbl="fgAcc0" presStyleIdx="1" presStyleCnt="3">
        <dgm:presLayoutVars>
          <dgm:chPref val="3"/>
        </dgm:presLayoutVars>
      </dgm:prSet>
      <dgm:spPr/>
    </dgm:pt>
    <dgm:pt modelId="{77E216F0-44F2-4994-BD77-F5DA7E3698F2}" type="pres">
      <dgm:prSet presAssocID="{F38F2D8E-C03E-4D7E-ABA7-02BAEA46BA43}" presName="hierChild2" presStyleCnt="0"/>
      <dgm:spPr/>
    </dgm:pt>
    <dgm:pt modelId="{88DAD541-E4AB-4FD2-9C13-5425A837EBCA}" type="pres">
      <dgm:prSet presAssocID="{9A297C8C-CF72-45D7-A757-9F25D2C2321A}" presName="hierRoot1" presStyleCnt="0"/>
      <dgm:spPr/>
    </dgm:pt>
    <dgm:pt modelId="{D657282E-57A8-47A1-8A1D-60FF487CFB59}" type="pres">
      <dgm:prSet presAssocID="{9A297C8C-CF72-45D7-A757-9F25D2C2321A}" presName="composite" presStyleCnt="0"/>
      <dgm:spPr/>
    </dgm:pt>
    <dgm:pt modelId="{61072B53-4E76-437D-98E6-9BF0F037BD2A}" type="pres">
      <dgm:prSet presAssocID="{9A297C8C-CF72-45D7-A757-9F25D2C2321A}" presName="background" presStyleLbl="node0" presStyleIdx="2" presStyleCnt="3"/>
      <dgm:spPr/>
    </dgm:pt>
    <dgm:pt modelId="{679D53B2-F8A3-40D2-A628-37B150BB732D}" type="pres">
      <dgm:prSet presAssocID="{9A297C8C-CF72-45D7-A757-9F25D2C2321A}" presName="text" presStyleLbl="fgAcc0" presStyleIdx="2" presStyleCnt="3">
        <dgm:presLayoutVars>
          <dgm:chPref val="3"/>
        </dgm:presLayoutVars>
      </dgm:prSet>
      <dgm:spPr/>
    </dgm:pt>
    <dgm:pt modelId="{D3EFB718-6F51-4883-A6B9-769037A40F99}" type="pres">
      <dgm:prSet presAssocID="{9A297C8C-CF72-45D7-A757-9F25D2C2321A}" presName="hierChild2" presStyleCnt="0"/>
      <dgm:spPr/>
    </dgm:pt>
  </dgm:ptLst>
  <dgm:cxnLst>
    <dgm:cxn modelId="{83AEB60F-16DB-480E-8CF2-2BFC3002BE44}" srcId="{3B90518B-3BBA-4795-8E7F-F0791835172C}" destId="{9A297C8C-CF72-45D7-A757-9F25D2C2321A}" srcOrd="2" destOrd="0" parTransId="{6CCB60E0-AA34-4B22-B5C9-CC78BA5DA6F2}" sibTransId="{DE8E87C5-9F9F-4507-B701-F40679923756}"/>
    <dgm:cxn modelId="{7C9C746E-CC56-4577-BE42-B185D3766E2C}" type="presOf" srcId="{D0626380-E9DC-46F2-B69F-D4A43497C9B1}" destId="{FFBFD9C7-676D-4080-97CC-EDB3CB049237}" srcOrd="0" destOrd="0" presId="urn:microsoft.com/office/officeart/2005/8/layout/hierarchy1"/>
    <dgm:cxn modelId="{39C56A95-1058-4259-9279-F70FD51C1BF6}" type="presOf" srcId="{F38F2D8E-C03E-4D7E-ABA7-02BAEA46BA43}" destId="{8AE386FD-16A9-4178-8737-30E3028AB4C6}" srcOrd="0" destOrd="0" presId="urn:microsoft.com/office/officeart/2005/8/layout/hierarchy1"/>
    <dgm:cxn modelId="{57D3EBC3-9679-49B4-B7F8-2904C7826941}" type="presOf" srcId="{3B90518B-3BBA-4795-8E7F-F0791835172C}" destId="{4F5DA02B-245D-4E83-9FB5-7DC04CF7C389}" srcOrd="0" destOrd="0" presId="urn:microsoft.com/office/officeart/2005/8/layout/hierarchy1"/>
    <dgm:cxn modelId="{7B6DD4E1-5C1A-4E82-AB9D-10802C8C80B7}" srcId="{3B90518B-3BBA-4795-8E7F-F0791835172C}" destId="{D0626380-E9DC-46F2-B69F-D4A43497C9B1}" srcOrd="0" destOrd="0" parTransId="{88EC0ADE-2F34-4987-BE5F-AED77CA5EC09}" sibTransId="{1AB4AC6C-B6D0-4DF9-B3D0-11896FF8E3A4}"/>
    <dgm:cxn modelId="{C080C2E7-5B62-4EC0-AC0B-695FE734C398}" type="presOf" srcId="{9A297C8C-CF72-45D7-A757-9F25D2C2321A}" destId="{679D53B2-F8A3-40D2-A628-37B150BB732D}" srcOrd="0" destOrd="0" presId="urn:microsoft.com/office/officeart/2005/8/layout/hierarchy1"/>
    <dgm:cxn modelId="{D18759FB-0335-4BC9-85F8-70A1565732D0}" srcId="{3B90518B-3BBA-4795-8E7F-F0791835172C}" destId="{F38F2D8E-C03E-4D7E-ABA7-02BAEA46BA43}" srcOrd="1" destOrd="0" parTransId="{7770C33A-7C76-49FE-9A91-7E6C9D0054D7}" sibTransId="{E1C849D7-5671-4873-8AD6-C8F1869C610D}"/>
    <dgm:cxn modelId="{5D088A99-FA58-4528-99E6-59BCC399C924}" type="presParOf" srcId="{4F5DA02B-245D-4E83-9FB5-7DC04CF7C389}" destId="{60700A68-EF4E-4C03-9737-AA769F494452}" srcOrd="0" destOrd="0" presId="urn:microsoft.com/office/officeart/2005/8/layout/hierarchy1"/>
    <dgm:cxn modelId="{957F1101-7C7E-4465-BC97-4F8A9D61D45E}" type="presParOf" srcId="{60700A68-EF4E-4C03-9737-AA769F494452}" destId="{C3AE5AD8-2111-4BF9-A165-394D538EE20A}" srcOrd="0" destOrd="0" presId="urn:microsoft.com/office/officeart/2005/8/layout/hierarchy1"/>
    <dgm:cxn modelId="{D4D44741-E1A0-43DC-A779-93B20AC6C4A3}" type="presParOf" srcId="{C3AE5AD8-2111-4BF9-A165-394D538EE20A}" destId="{6D44BAC4-44E2-40A6-8036-0849F563FF1C}" srcOrd="0" destOrd="0" presId="urn:microsoft.com/office/officeart/2005/8/layout/hierarchy1"/>
    <dgm:cxn modelId="{B3C4316C-E09B-4960-954B-96F2C3E296A4}" type="presParOf" srcId="{C3AE5AD8-2111-4BF9-A165-394D538EE20A}" destId="{FFBFD9C7-676D-4080-97CC-EDB3CB049237}" srcOrd="1" destOrd="0" presId="urn:microsoft.com/office/officeart/2005/8/layout/hierarchy1"/>
    <dgm:cxn modelId="{B636C12C-7E72-44C7-99B6-9475BBC70E4A}" type="presParOf" srcId="{60700A68-EF4E-4C03-9737-AA769F494452}" destId="{A15943A7-FFFE-4C44-8700-D5AC291E3F02}" srcOrd="1" destOrd="0" presId="urn:microsoft.com/office/officeart/2005/8/layout/hierarchy1"/>
    <dgm:cxn modelId="{E3F7CA52-9DBE-474C-8726-E81608E648D6}" type="presParOf" srcId="{4F5DA02B-245D-4E83-9FB5-7DC04CF7C389}" destId="{E9DA8B4F-10C3-48B0-A277-826AD6AE627A}" srcOrd="1" destOrd="0" presId="urn:microsoft.com/office/officeart/2005/8/layout/hierarchy1"/>
    <dgm:cxn modelId="{0529B299-40EB-4DB9-93C3-661CAF2BC079}" type="presParOf" srcId="{E9DA8B4F-10C3-48B0-A277-826AD6AE627A}" destId="{77EFC9BA-45F2-4430-83ED-1A7F36A23052}" srcOrd="0" destOrd="0" presId="urn:microsoft.com/office/officeart/2005/8/layout/hierarchy1"/>
    <dgm:cxn modelId="{F12D2589-64EE-4A2A-A2D3-8AAB286B242C}" type="presParOf" srcId="{77EFC9BA-45F2-4430-83ED-1A7F36A23052}" destId="{55FC23A5-B821-482D-82C9-F8C25F5088DD}" srcOrd="0" destOrd="0" presId="urn:microsoft.com/office/officeart/2005/8/layout/hierarchy1"/>
    <dgm:cxn modelId="{B32874E6-057B-4BB4-B704-83C6ACBFDD02}" type="presParOf" srcId="{77EFC9BA-45F2-4430-83ED-1A7F36A23052}" destId="{8AE386FD-16A9-4178-8737-30E3028AB4C6}" srcOrd="1" destOrd="0" presId="urn:microsoft.com/office/officeart/2005/8/layout/hierarchy1"/>
    <dgm:cxn modelId="{3E0F1363-5736-4C60-8079-8CBADB0F3347}" type="presParOf" srcId="{E9DA8B4F-10C3-48B0-A277-826AD6AE627A}" destId="{77E216F0-44F2-4994-BD77-F5DA7E3698F2}" srcOrd="1" destOrd="0" presId="urn:microsoft.com/office/officeart/2005/8/layout/hierarchy1"/>
    <dgm:cxn modelId="{8503DBE3-9DA9-40B5-8014-E3FC022303C0}" type="presParOf" srcId="{4F5DA02B-245D-4E83-9FB5-7DC04CF7C389}" destId="{88DAD541-E4AB-4FD2-9C13-5425A837EBCA}" srcOrd="2" destOrd="0" presId="urn:microsoft.com/office/officeart/2005/8/layout/hierarchy1"/>
    <dgm:cxn modelId="{88C340B3-D964-4889-8726-0D17E6522763}" type="presParOf" srcId="{88DAD541-E4AB-4FD2-9C13-5425A837EBCA}" destId="{D657282E-57A8-47A1-8A1D-60FF487CFB59}" srcOrd="0" destOrd="0" presId="urn:microsoft.com/office/officeart/2005/8/layout/hierarchy1"/>
    <dgm:cxn modelId="{4BA5B254-647A-4EFD-BF7E-BF82E40AE924}" type="presParOf" srcId="{D657282E-57A8-47A1-8A1D-60FF487CFB59}" destId="{61072B53-4E76-437D-98E6-9BF0F037BD2A}" srcOrd="0" destOrd="0" presId="urn:microsoft.com/office/officeart/2005/8/layout/hierarchy1"/>
    <dgm:cxn modelId="{5B9F1B89-8CE1-4F0F-8006-58033F5F8A01}" type="presParOf" srcId="{D657282E-57A8-47A1-8A1D-60FF487CFB59}" destId="{679D53B2-F8A3-40D2-A628-37B150BB732D}" srcOrd="1" destOrd="0" presId="urn:microsoft.com/office/officeart/2005/8/layout/hierarchy1"/>
    <dgm:cxn modelId="{99E862DB-1E67-4410-9442-65F584809763}" type="presParOf" srcId="{88DAD541-E4AB-4FD2-9C13-5425A837EBCA}" destId="{D3EFB718-6F51-4883-A6B9-769037A40F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B1E16F-BEBA-4E5E-B825-55A4E7AA2103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45471F2-52F9-4F53-88C1-BEFC2EE2DD1C}">
      <dgm:prSet/>
      <dgm:spPr/>
      <dgm:t>
        <a:bodyPr/>
        <a:lstStyle/>
        <a:p>
          <a:r>
            <a:rPr lang="ro-RO"/>
            <a:t>Board – logica jocului și matricea de bomboane</a:t>
          </a:r>
          <a:endParaRPr lang="en-US"/>
        </a:p>
      </dgm:t>
    </dgm:pt>
    <dgm:pt modelId="{2831838C-0479-4C52-A25C-C36978412A87}" type="parTrans" cxnId="{119D984C-00CC-4F27-94CE-5750525685A3}">
      <dgm:prSet/>
      <dgm:spPr/>
      <dgm:t>
        <a:bodyPr/>
        <a:lstStyle/>
        <a:p>
          <a:endParaRPr lang="en-US"/>
        </a:p>
      </dgm:t>
    </dgm:pt>
    <dgm:pt modelId="{EE254B88-4EB9-4974-8425-452FD04194EF}" type="sibTrans" cxnId="{119D984C-00CC-4F27-94CE-5750525685A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35D92BE-0846-4041-94BC-E8D6AB223390}">
      <dgm:prSet/>
      <dgm:spPr/>
      <dgm:t>
        <a:bodyPr/>
        <a:lstStyle/>
        <a:p>
          <a:r>
            <a:rPr lang="ro-RO"/>
            <a:t>Formation – reprezentarea match-urilor</a:t>
          </a:r>
          <a:endParaRPr lang="en-US"/>
        </a:p>
      </dgm:t>
    </dgm:pt>
    <dgm:pt modelId="{FBC176FE-A46F-44D6-9A11-6F5CB2EA9286}" type="parTrans" cxnId="{5219E6BF-91C3-420D-BA3D-26D911202A15}">
      <dgm:prSet/>
      <dgm:spPr/>
      <dgm:t>
        <a:bodyPr/>
        <a:lstStyle/>
        <a:p>
          <a:endParaRPr lang="en-US"/>
        </a:p>
      </dgm:t>
    </dgm:pt>
    <dgm:pt modelId="{E11DFFA6-9F8B-4FA7-AC3F-FDFC5A07E572}" type="sibTrans" cxnId="{5219E6BF-91C3-420D-BA3D-26D911202A15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4D66267E-9FF1-467A-AD72-E1ED121E04E3}">
      <dgm:prSet/>
      <dgm:spPr/>
      <dgm:t>
        <a:bodyPr/>
        <a:lstStyle/>
        <a:p>
          <a:r>
            <a:rPr lang="ro-RO"/>
            <a:t>CandyUI – interfața grafică și logica interacțiunii</a:t>
          </a:r>
          <a:endParaRPr lang="en-US"/>
        </a:p>
      </dgm:t>
    </dgm:pt>
    <dgm:pt modelId="{E0AE2B14-7168-46D9-8671-C463C6D5F7D5}" type="parTrans" cxnId="{A34E607B-6421-4BF9-9EF7-03D0C8DEB32B}">
      <dgm:prSet/>
      <dgm:spPr/>
      <dgm:t>
        <a:bodyPr/>
        <a:lstStyle/>
        <a:p>
          <a:endParaRPr lang="en-US"/>
        </a:p>
      </dgm:t>
    </dgm:pt>
    <dgm:pt modelId="{E81D6F5E-BED1-4956-9D95-EB182B48D9E2}" type="sibTrans" cxnId="{A34E607B-6421-4BF9-9EF7-03D0C8DEB32B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536E22E-23AA-4DEE-A18E-35887DA0B249}" type="pres">
      <dgm:prSet presAssocID="{C8B1E16F-BEBA-4E5E-B825-55A4E7AA2103}" presName="Name0" presStyleCnt="0">
        <dgm:presLayoutVars>
          <dgm:animLvl val="lvl"/>
          <dgm:resizeHandles val="exact"/>
        </dgm:presLayoutVars>
      </dgm:prSet>
      <dgm:spPr/>
    </dgm:pt>
    <dgm:pt modelId="{CC805214-7E31-4CA9-991B-792EEA15C726}" type="pres">
      <dgm:prSet presAssocID="{745471F2-52F9-4F53-88C1-BEFC2EE2DD1C}" presName="compositeNode" presStyleCnt="0">
        <dgm:presLayoutVars>
          <dgm:bulletEnabled val="1"/>
        </dgm:presLayoutVars>
      </dgm:prSet>
      <dgm:spPr/>
    </dgm:pt>
    <dgm:pt modelId="{3C2E622E-0375-4FEE-9DCD-DAF22756BB80}" type="pres">
      <dgm:prSet presAssocID="{745471F2-52F9-4F53-88C1-BEFC2EE2DD1C}" presName="bgRect" presStyleLbl="alignNode1" presStyleIdx="0" presStyleCnt="3"/>
      <dgm:spPr/>
    </dgm:pt>
    <dgm:pt modelId="{F24B143A-674F-4DF3-B32A-685168716D69}" type="pres">
      <dgm:prSet presAssocID="{EE254B88-4EB9-4974-8425-452FD04194EF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75A66693-34DC-430D-A56F-24A1B5639B95}" type="pres">
      <dgm:prSet presAssocID="{745471F2-52F9-4F53-88C1-BEFC2EE2DD1C}" presName="nodeRect" presStyleLbl="alignNode1" presStyleIdx="0" presStyleCnt="3">
        <dgm:presLayoutVars>
          <dgm:bulletEnabled val="1"/>
        </dgm:presLayoutVars>
      </dgm:prSet>
      <dgm:spPr/>
    </dgm:pt>
    <dgm:pt modelId="{7E06A6C5-DDFC-4068-B05F-42C2C0C7D7E8}" type="pres">
      <dgm:prSet presAssocID="{EE254B88-4EB9-4974-8425-452FD04194EF}" presName="sibTrans" presStyleCnt="0"/>
      <dgm:spPr/>
    </dgm:pt>
    <dgm:pt modelId="{FC46268A-84CA-4928-89EA-482A238D50E0}" type="pres">
      <dgm:prSet presAssocID="{D35D92BE-0846-4041-94BC-E8D6AB223390}" presName="compositeNode" presStyleCnt="0">
        <dgm:presLayoutVars>
          <dgm:bulletEnabled val="1"/>
        </dgm:presLayoutVars>
      </dgm:prSet>
      <dgm:spPr/>
    </dgm:pt>
    <dgm:pt modelId="{80323E4E-45C5-4D63-800E-1C19DCF0B8B7}" type="pres">
      <dgm:prSet presAssocID="{D35D92BE-0846-4041-94BC-E8D6AB223390}" presName="bgRect" presStyleLbl="alignNode1" presStyleIdx="1" presStyleCnt="3"/>
      <dgm:spPr/>
    </dgm:pt>
    <dgm:pt modelId="{36E36630-3DC9-4CFC-A1C0-2E5D4F0B8124}" type="pres">
      <dgm:prSet presAssocID="{E11DFFA6-9F8B-4FA7-AC3F-FDFC5A07E572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6488A7AE-EDE9-4DC6-B77D-FE0A5B2DCBCF}" type="pres">
      <dgm:prSet presAssocID="{D35D92BE-0846-4041-94BC-E8D6AB223390}" presName="nodeRect" presStyleLbl="alignNode1" presStyleIdx="1" presStyleCnt="3">
        <dgm:presLayoutVars>
          <dgm:bulletEnabled val="1"/>
        </dgm:presLayoutVars>
      </dgm:prSet>
      <dgm:spPr/>
    </dgm:pt>
    <dgm:pt modelId="{08D7E82E-921E-4523-B2F5-AD280B5C497E}" type="pres">
      <dgm:prSet presAssocID="{E11DFFA6-9F8B-4FA7-AC3F-FDFC5A07E572}" presName="sibTrans" presStyleCnt="0"/>
      <dgm:spPr/>
    </dgm:pt>
    <dgm:pt modelId="{88350273-AE18-4AE7-B212-07E3A31081CE}" type="pres">
      <dgm:prSet presAssocID="{4D66267E-9FF1-467A-AD72-E1ED121E04E3}" presName="compositeNode" presStyleCnt="0">
        <dgm:presLayoutVars>
          <dgm:bulletEnabled val="1"/>
        </dgm:presLayoutVars>
      </dgm:prSet>
      <dgm:spPr/>
    </dgm:pt>
    <dgm:pt modelId="{B2296E08-DA1E-4F80-A986-9E6BE49DA140}" type="pres">
      <dgm:prSet presAssocID="{4D66267E-9FF1-467A-AD72-E1ED121E04E3}" presName="bgRect" presStyleLbl="alignNode1" presStyleIdx="2" presStyleCnt="3"/>
      <dgm:spPr/>
    </dgm:pt>
    <dgm:pt modelId="{BB48851A-E68E-43B0-9558-FBB39B5550F0}" type="pres">
      <dgm:prSet presAssocID="{E81D6F5E-BED1-4956-9D95-EB182B48D9E2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4DA811C-612B-400D-AC98-E081CCDF2E6C}" type="pres">
      <dgm:prSet presAssocID="{4D66267E-9FF1-467A-AD72-E1ED121E04E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6665280B-CB3A-42BF-8E36-AD43D0C43B74}" type="presOf" srcId="{E81D6F5E-BED1-4956-9D95-EB182B48D9E2}" destId="{BB48851A-E68E-43B0-9558-FBB39B5550F0}" srcOrd="0" destOrd="0" presId="urn:microsoft.com/office/officeart/2016/7/layout/LinearBlockProcessNumbered"/>
    <dgm:cxn modelId="{ED80D02C-F196-41C2-9C93-0C9947987B4E}" type="presOf" srcId="{4D66267E-9FF1-467A-AD72-E1ED121E04E3}" destId="{B4DA811C-612B-400D-AC98-E081CCDF2E6C}" srcOrd="1" destOrd="0" presId="urn:microsoft.com/office/officeart/2016/7/layout/LinearBlockProcessNumbered"/>
    <dgm:cxn modelId="{FD47F543-EFD6-47D5-BF8E-5BA8390C5BD0}" type="presOf" srcId="{C8B1E16F-BEBA-4E5E-B825-55A4E7AA2103}" destId="{F536E22E-23AA-4DEE-A18E-35887DA0B249}" srcOrd="0" destOrd="0" presId="urn:microsoft.com/office/officeart/2016/7/layout/LinearBlockProcessNumbered"/>
    <dgm:cxn modelId="{87C25C49-99A0-4437-96C5-D3ACEB2DE333}" type="presOf" srcId="{745471F2-52F9-4F53-88C1-BEFC2EE2DD1C}" destId="{3C2E622E-0375-4FEE-9DCD-DAF22756BB80}" srcOrd="0" destOrd="0" presId="urn:microsoft.com/office/officeart/2016/7/layout/LinearBlockProcessNumbered"/>
    <dgm:cxn modelId="{119D984C-00CC-4F27-94CE-5750525685A3}" srcId="{C8B1E16F-BEBA-4E5E-B825-55A4E7AA2103}" destId="{745471F2-52F9-4F53-88C1-BEFC2EE2DD1C}" srcOrd="0" destOrd="0" parTransId="{2831838C-0479-4C52-A25C-C36978412A87}" sibTransId="{EE254B88-4EB9-4974-8425-452FD04194EF}"/>
    <dgm:cxn modelId="{4FE67D4E-F507-43D1-962E-FA737C4A07A3}" type="presOf" srcId="{745471F2-52F9-4F53-88C1-BEFC2EE2DD1C}" destId="{75A66693-34DC-430D-A56F-24A1B5639B95}" srcOrd="1" destOrd="0" presId="urn:microsoft.com/office/officeart/2016/7/layout/LinearBlockProcessNumbered"/>
    <dgm:cxn modelId="{1816F36F-D589-49D1-B96C-928C2D0073B2}" type="presOf" srcId="{D35D92BE-0846-4041-94BC-E8D6AB223390}" destId="{80323E4E-45C5-4D63-800E-1C19DCF0B8B7}" srcOrd="0" destOrd="0" presId="urn:microsoft.com/office/officeart/2016/7/layout/LinearBlockProcessNumbered"/>
    <dgm:cxn modelId="{A34E607B-6421-4BF9-9EF7-03D0C8DEB32B}" srcId="{C8B1E16F-BEBA-4E5E-B825-55A4E7AA2103}" destId="{4D66267E-9FF1-467A-AD72-E1ED121E04E3}" srcOrd="2" destOrd="0" parTransId="{E0AE2B14-7168-46D9-8671-C463C6D5F7D5}" sibTransId="{E81D6F5E-BED1-4956-9D95-EB182B48D9E2}"/>
    <dgm:cxn modelId="{F28F247C-D643-4D7E-B23D-96AA0D2B8607}" type="presOf" srcId="{D35D92BE-0846-4041-94BC-E8D6AB223390}" destId="{6488A7AE-EDE9-4DC6-B77D-FE0A5B2DCBCF}" srcOrd="1" destOrd="0" presId="urn:microsoft.com/office/officeart/2016/7/layout/LinearBlockProcessNumbered"/>
    <dgm:cxn modelId="{B1ADDF80-9EFE-4E0A-AE55-F729B1D1D276}" type="presOf" srcId="{EE254B88-4EB9-4974-8425-452FD04194EF}" destId="{F24B143A-674F-4DF3-B32A-685168716D69}" srcOrd="0" destOrd="0" presId="urn:microsoft.com/office/officeart/2016/7/layout/LinearBlockProcessNumbered"/>
    <dgm:cxn modelId="{5219E6BF-91C3-420D-BA3D-26D911202A15}" srcId="{C8B1E16F-BEBA-4E5E-B825-55A4E7AA2103}" destId="{D35D92BE-0846-4041-94BC-E8D6AB223390}" srcOrd="1" destOrd="0" parTransId="{FBC176FE-A46F-44D6-9A11-6F5CB2EA9286}" sibTransId="{E11DFFA6-9F8B-4FA7-AC3F-FDFC5A07E572}"/>
    <dgm:cxn modelId="{29EC6BC4-8759-4CE5-B7CE-FEBFC3E02D09}" type="presOf" srcId="{E11DFFA6-9F8B-4FA7-AC3F-FDFC5A07E572}" destId="{36E36630-3DC9-4CFC-A1C0-2E5D4F0B8124}" srcOrd="0" destOrd="0" presId="urn:microsoft.com/office/officeart/2016/7/layout/LinearBlockProcessNumbered"/>
    <dgm:cxn modelId="{829E9BE7-854B-4734-81F1-AC7C37909E23}" type="presOf" srcId="{4D66267E-9FF1-467A-AD72-E1ED121E04E3}" destId="{B2296E08-DA1E-4F80-A986-9E6BE49DA140}" srcOrd="0" destOrd="0" presId="urn:microsoft.com/office/officeart/2016/7/layout/LinearBlockProcessNumbered"/>
    <dgm:cxn modelId="{D312F148-6629-4502-B1BD-F313A24C70E9}" type="presParOf" srcId="{F536E22E-23AA-4DEE-A18E-35887DA0B249}" destId="{CC805214-7E31-4CA9-991B-792EEA15C726}" srcOrd="0" destOrd="0" presId="urn:microsoft.com/office/officeart/2016/7/layout/LinearBlockProcessNumbered"/>
    <dgm:cxn modelId="{EB96BE4F-8777-4CD7-A36B-CB8D17AC8BD7}" type="presParOf" srcId="{CC805214-7E31-4CA9-991B-792EEA15C726}" destId="{3C2E622E-0375-4FEE-9DCD-DAF22756BB80}" srcOrd="0" destOrd="0" presId="urn:microsoft.com/office/officeart/2016/7/layout/LinearBlockProcessNumbered"/>
    <dgm:cxn modelId="{3F6B19AF-BE35-4287-8F32-3A63D1986704}" type="presParOf" srcId="{CC805214-7E31-4CA9-991B-792EEA15C726}" destId="{F24B143A-674F-4DF3-B32A-685168716D69}" srcOrd="1" destOrd="0" presId="urn:microsoft.com/office/officeart/2016/7/layout/LinearBlockProcessNumbered"/>
    <dgm:cxn modelId="{86A144D2-7A5A-405A-8ACA-7207D19984C1}" type="presParOf" srcId="{CC805214-7E31-4CA9-991B-792EEA15C726}" destId="{75A66693-34DC-430D-A56F-24A1B5639B95}" srcOrd="2" destOrd="0" presId="urn:microsoft.com/office/officeart/2016/7/layout/LinearBlockProcessNumbered"/>
    <dgm:cxn modelId="{83285E51-CB63-4141-ADE6-9B052399365B}" type="presParOf" srcId="{F536E22E-23AA-4DEE-A18E-35887DA0B249}" destId="{7E06A6C5-DDFC-4068-B05F-42C2C0C7D7E8}" srcOrd="1" destOrd="0" presId="urn:microsoft.com/office/officeart/2016/7/layout/LinearBlockProcessNumbered"/>
    <dgm:cxn modelId="{27883B7A-536F-4160-805A-33B3DBF48146}" type="presParOf" srcId="{F536E22E-23AA-4DEE-A18E-35887DA0B249}" destId="{FC46268A-84CA-4928-89EA-482A238D50E0}" srcOrd="2" destOrd="0" presId="urn:microsoft.com/office/officeart/2016/7/layout/LinearBlockProcessNumbered"/>
    <dgm:cxn modelId="{7707B8BA-38B6-438A-B739-670B9BACF9AF}" type="presParOf" srcId="{FC46268A-84CA-4928-89EA-482A238D50E0}" destId="{80323E4E-45C5-4D63-800E-1C19DCF0B8B7}" srcOrd="0" destOrd="0" presId="urn:microsoft.com/office/officeart/2016/7/layout/LinearBlockProcessNumbered"/>
    <dgm:cxn modelId="{227A4080-97D7-41D5-83F2-A7A5AD678633}" type="presParOf" srcId="{FC46268A-84CA-4928-89EA-482A238D50E0}" destId="{36E36630-3DC9-4CFC-A1C0-2E5D4F0B8124}" srcOrd="1" destOrd="0" presId="urn:microsoft.com/office/officeart/2016/7/layout/LinearBlockProcessNumbered"/>
    <dgm:cxn modelId="{598CA2C6-E5B3-4390-BADF-5C372950A258}" type="presParOf" srcId="{FC46268A-84CA-4928-89EA-482A238D50E0}" destId="{6488A7AE-EDE9-4DC6-B77D-FE0A5B2DCBCF}" srcOrd="2" destOrd="0" presId="urn:microsoft.com/office/officeart/2016/7/layout/LinearBlockProcessNumbered"/>
    <dgm:cxn modelId="{F3793ECE-BB4E-4A61-A84A-B1A31FF8E7B5}" type="presParOf" srcId="{F536E22E-23AA-4DEE-A18E-35887DA0B249}" destId="{08D7E82E-921E-4523-B2F5-AD280B5C497E}" srcOrd="3" destOrd="0" presId="urn:microsoft.com/office/officeart/2016/7/layout/LinearBlockProcessNumbered"/>
    <dgm:cxn modelId="{268E3E52-6155-46F8-882C-5E627F9A85A3}" type="presParOf" srcId="{F536E22E-23AA-4DEE-A18E-35887DA0B249}" destId="{88350273-AE18-4AE7-B212-07E3A31081CE}" srcOrd="4" destOrd="0" presId="urn:microsoft.com/office/officeart/2016/7/layout/LinearBlockProcessNumbered"/>
    <dgm:cxn modelId="{96C06E8F-43C3-4D54-A4BC-5A15E148B866}" type="presParOf" srcId="{88350273-AE18-4AE7-B212-07E3A31081CE}" destId="{B2296E08-DA1E-4F80-A986-9E6BE49DA140}" srcOrd="0" destOrd="0" presId="urn:microsoft.com/office/officeart/2016/7/layout/LinearBlockProcessNumbered"/>
    <dgm:cxn modelId="{AAB37869-EE9F-43B1-AE19-4A288E4A6B0C}" type="presParOf" srcId="{88350273-AE18-4AE7-B212-07E3A31081CE}" destId="{BB48851A-E68E-43B0-9558-FBB39B5550F0}" srcOrd="1" destOrd="0" presId="urn:microsoft.com/office/officeart/2016/7/layout/LinearBlockProcessNumbered"/>
    <dgm:cxn modelId="{E9BBB934-E0F3-4E51-9E29-61A131F97A18}" type="presParOf" srcId="{88350273-AE18-4AE7-B212-07E3A31081CE}" destId="{B4DA811C-612B-400D-AC98-E081CCDF2E6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DCC303-7435-4D02-A614-6A380A3968A0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33A25A3-A62D-4F08-A00A-898ED2407B4A}">
      <dgm:prSet/>
      <dgm:spPr/>
      <dgm:t>
        <a:bodyPr/>
        <a:lstStyle/>
        <a:p>
          <a:r>
            <a:rPr lang="ro-RO"/>
            <a:t>Detectare mutare validă + evidențiere mutare</a:t>
          </a:r>
          <a:endParaRPr lang="en-US"/>
        </a:p>
      </dgm:t>
    </dgm:pt>
    <dgm:pt modelId="{4F368B63-6726-4ECB-971B-02941CC7039F}" type="parTrans" cxnId="{B64846D7-2892-4E2B-8F7E-CA2EFA9E5F50}">
      <dgm:prSet/>
      <dgm:spPr/>
      <dgm:t>
        <a:bodyPr/>
        <a:lstStyle/>
        <a:p>
          <a:endParaRPr lang="en-US"/>
        </a:p>
      </dgm:t>
    </dgm:pt>
    <dgm:pt modelId="{3A84570E-2471-42BD-BAD5-EE6E1EBE15E8}" type="sibTrans" cxnId="{B64846D7-2892-4E2B-8F7E-CA2EFA9E5F50}">
      <dgm:prSet/>
      <dgm:spPr/>
      <dgm:t>
        <a:bodyPr/>
        <a:lstStyle/>
        <a:p>
          <a:endParaRPr lang="en-US"/>
        </a:p>
      </dgm:t>
    </dgm:pt>
    <dgm:pt modelId="{D6425A69-5F91-4B81-90F4-41474194880B}">
      <dgm:prSet/>
      <dgm:spPr/>
      <dgm:t>
        <a:bodyPr/>
        <a:lstStyle/>
        <a:p>
          <a:r>
            <a:rPr lang="ro-RO"/>
            <a:t>Swap celule</a:t>
          </a:r>
          <a:endParaRPr lang="en-US"/>
        </a:p>
      </dgm:t>
    </dgm:pt>
    <dgm:pt modelId="{D8AFE14F-4B3E-45CF-AD74-0A9E0CDF3D8C}" type="parTrans" cxnId="{AEB6CDEF-F391-49E6-B2C4-08B659D64AD5}">
      <dgm:prSet/>
      <dgm:spPr/>
      <dgm:t>
        <a:bodyPr/>
        <a:lstStyle/>
        <a:p>
          <a:endParaRPr lang="en-US"/>
        </a:p>
      </dgm:t>
    </dgm:pt>
    <dgm:pt modelId="{E189AAAA-3FCF-4D28-8645-61DAD255F45B}" type="sibTrans" cxnId="{AEB6CDEF-F391-49E6-B2C4-08B659D64AD5}">
      <dgm:prSet/>
      <dgm:spPr/>
      <dgm:t>
        <a:bodyPr/>
        <a:lstStyle/>
        <a:p>
          <a:endParaRPr lang="en-US"/>
        </a:p>
      </dgm:t>
    </dgm:pt>
    <dgm:pt modelId="{92CD329E-7E76-4301-9106-6CF7F588A9D4}">
      <dgm:prSet/>
      <dgm:spPr/>
      <dgm:t>
        <a:bodyPr/>
        <a:lstStyle/>
        <a:p>
          <a:r>
            <a:rPr lang="ro-RO"/>
            <a:t>Detectare match-uri + evidențiere match-uri</a:t>
          </a:r>
          <a:endParaRPr lang="en-US"/>
        </a:p>
      </dgm:t>
    </dgm:pt>
    <dgm:pt modelId="{ECEB4EE3-D3CA-44F5-9169-6AFEFFDB9B8F}" type="parTrans" cxnId="{35D39405-F8E1-4352-9435-1C9F0F99A69E}">
      <dgm:prSet/>
      <dgm:spPr/>
      <dgm:t>
        <a:bodyPr/>
        <a:lstStyle/>
        <a:p>
          <a:endParaRPr lang="en-US"/>
        </a:p>
      </dgm:t>
    </dgm:pt>
    <dgm:pt modelId="{4A06F943-298A-4C89-B3EF-57D1D4310A20}" type="sibTrans" cxnId="{35D39405-F8E1-4352-9435-1C9F0F99A69E}">
      <dgm:prSet/>
      <dgm:spPr/>
      <dgm:t>
        <a:bodyPr/>
        <a:lstStyle/>
        <a:p>
          <a:endParaRPr lang="en-US"/>
        </a:p>
      </dgm:t>
    </dgm:pt>
    <dgm:pt modelId="{0FC40424-FA3F-4B92-AFAA-19F73567DE26}">
      <dgm:prSet/>
      <dgm:spPr/>
      <dgm:t>
        <a:bodyPr/>
        <a:lstStyle/>
        <a:p>
          <a:r>
            <a:rPr lang="ro-RO"/>
            <a:t>Eliminare bomboane</a:t>
          </a:r>
          <a:endParaRPr lang="en-US"/>
        </a:p>
      </dgm:t>
    </dgm:pt>
    <dgm:pt modelId="{90193FF9-0241-4CE7-8271-FC327D1317E3}" type="parTrans" cxnId="{35D929D4-5E98-46C7-B9F8-DD334C616E67}">
      <dgm:prSet/>
      <dgm:spPr/>
      <dgm:t>
        <a:bodyPr/>
        <a:lstStyle/>
        <a:p>
          <a:endParaRPr lang="en-US"/>
        </a:p>
      </dgm:t>
    </dgm:pt>
    <dgm:pt modelId="{ED4E9BEA-646E-4010-9CB4-83D85F98047A}" type="sibTrans" cxnId="{35D929D4-5E98-46C7-B9F8-DD334C616E67}">
      <dgm:prSet/>
      <dgm:spPr/>
      <dgm:t>
        <a:bodyPr/>
        <a:lstStyle/>
        <a:p>
          <a:endParaRPr lang="en-US"/>
        </a:p>
      </dgm:t>
    </dgm:pt>
    <dgm:pt modelId="{F01DE29B-0BFC-4229-9EB6-5119231223AD}">
      <dgm:prSet/>
      <dgm:spPr/>
      <dgm:t>
        <a:bodyPr/>
        <a:lstStyle/>
        <a:p>
          <a:r>
            <a:rPr lang="ro-RO"/>
            <a:t>Refil bomboane + actualizare scor</a:t>
          </a:r>
          <a:endParaRPr lang="en-US"/>
        </a:p>
      </dgm:t>
    </dgm:pt>
    <dgm:pt modelId="{474507B2-A604-41BD-95FE-5C0469E03E15}" type="parTrans" cxnId="{98399A62-6DD7-4D55-B19D-FE94F0851B2A}">
      <dgm:prSet/>
      <dgm:spPr/>
      <dgm:t>
        <a:bodyPr/>
        <a:lstStyle/>
        <a:p>
          <a:endParaRPr lang="en-US"/>
        </a:p>
      </dgm:t>
    </dgm:pt>
    <dgm:pt modelId="{B34ECE88-D233-4E9D-BA2A-ADCCD098B804}" type="sibTrans" cxnId="{98399A62-6DD7-4D55-B19D-FE94F0851B2A}">
      <dgm:prSet/>
      <dgm:spPr/>
      <dgm:t>
        <a:bodyPr/>
        <a:lstStyle/>
        <a:p>
          <a:endParaRPr lang="en-US"/>
        </a:p>
      </dgm:t>
    </dgm:pt>
    <dgm:pt modelId="{4C74A8E3-3841-457A-8527-2255FE8B42CD}" type="pres">
      <dgm:prSet presAssocID="{E0DCC303-7435-4D02-A614-6A380A3968A0}" presName="outerComposite" presStyleCnt="0">
        <dgm:presLayoutVars>
          <dgm:chMax val="5"/>
          <dgm:dir/>
          <dgm:resizeHandles val="exact"/>
        </dgm:presLayoutVars>
      </dgm:prSet>
      <dgm:spPr/>
    </dgm:pt>
    <dgm:pt modelId="{1F8E656E-7030-442F-B1D6-3750E2885A1B}" type="pres">
      <dgm:prSet presAssocID="{E0DCC303-7435-4D02-A614-6A380A3968A0}" presName="dummyMaxCanvas" presStyleCnt="0">
        <dgm:presLayoutVars/>
      </dgm:prSet>
      <dgm:spPr/>
    </dgm:pt>
    <dgm:pt modelId="{9634D618-D074-40CD-8DB4-C23B32400F56}" type="pres">
      <dgm:prSet presAssocID="{E0DCC303-7435-4D02-A614-6A380A3968A0}" presName="FiveNodes_1" presStyleLbl="node1" presStyleIdx="0" presStyleCnt="5">
        <dgm:presLayoutVars>
          <dgm:bulletEnabled val="1"/>
        </dgm:presLayoutVars>
      </dgm:prSet>
      <dgm:spPr/>
    </dgm:pt>
    <dgm:pt modelId="{735FB751-9354-453D-BE5B-D78E91147BE6}" type="pres">
      <dgm:prSet presAssocID="{E0DCC303-7435-4D02-A614-6A380A3968A0}" presName="FiveNodes_2" presStyleLbl="node1" presStyleIdx="1" presStyleCnt="5">
        <dgm:presLayoutVars>
          <dgm:bulletEnabled val="1"/>
        </dgm:presLayoutVars>
      </dgm:prSet>
      <dgm:spPr/>
    </dgm:pt>
    <dgm:pt modelId="{55D4D630-AF10-42FA-AF4A-B4AEA3FF6F58}" type="pres">
      <dgm:prSet presAssocID="{E0DCC303-7435-4D02-A614-6A380A3968A0}" presName="FiveNodes_3" presStyleLbl="node1" presStyleIdx="2" presStyleCnt="5">
        <dgm:presLayoutVars>
          <dgm:bulletEnabled val="1"/>
        </dgm:presLayoutVars>
      </dgm:prSet>
      <dgm:spPr/>
    </dgm:pt>
    <dgm:pt modelId="{3A047B9C-2947-472F-96E9-659E8E8E8738}" type="pres">
      <dgm:prSet presAssocID="{E0DCC303-7435-4D02-A614-6A380A3968A0}" presName="FiveNodes_4" presStyleLbl="node1" presStyleIdx="3" presStyleCnt="5">
        <dgm:presLayoutVars>
          <dgm:bulletEnabled val="1"/>
        </dgm:presLayoutVars>
      </dgm:prSet>
      <dgm:spPr/>
    </dgm:pt>
    <dgm:pt modelId="{66ECC1A4-347D-43BE-8939-92A38E3736D7}" type="pres">
      <dgm:prSet presAssocID="{E0DCC303-7435-4D02-A614-6A380A3968A0}" presName="FiveNodes_5" presStyleLbl="node1" presStyleIdx="4" presStyleCnt="5">
        <dgm:presLayoutVars>
          <dgm:bulletEnabled val="1"/>
        </dgm:presLayoutVars>
      </dgm:prSet>
      <dgm:spPr/>
    </dgm:pt>
    <dgm:pt modelId="{3A049742-9F32-4285-A757-558AC61802DF}" type="pres">
      <dgm:prSet presAssocID="{E0DCC303-7435-4D02-A614-6A380A3968A0}" presName="FiveConn_1-2" presStyleLbl="fgAccFollowNode1" presStyleIdx="0" presStyleCnt="4">
        <dgm:presLayoutVars>
          <dgm:bulletEnabled val="1"/>
        </dgm:presLayoutVars>
      </dgm:prSet>
      <dgm:spPr/>
    </dgm:pt>
    <dgm:pt modelId="{F0689918-478D-4FD8-8DAD-B3010CD7415A}" type="pres">
      <dgm:prSet presAssocID="{E0DCC303-7435-4D02-A614-6A380A3968A0}" presName="FiveConn_2-3" presStyleLbl="fgAccFollowNode1" presStyleIdx="1" presStyleCnt="4">
        <dgm:presLayoutVars>
          <dgm:bulletEnabled val="1"/>
        </dgm:presLayoutVars>
      </dgm:prSet>
      <dgm:spPr/>
    </dgm:pt>
    <dgm:pt modelId="{27FB0AEE-F548-4B40-956A-B0F9E59F1621}" type="pres">
      <dgm:prSet presAssocID="{E0DCC303-7435-4D02-A614-6A380A3968A0}" presName="FiveConn_3-4" presStyleLbl="fgAccFollowNode1" presStyleIdx="2" presStyleCnt="4">
        <dgm:presLayoutVars>
          <dgm:bulletEnabled val="1"/>
        </dgm:presLayoutVars>
      </dgm:prSet>
      <dgm:spPr/>
    </dgm:pt>
    <dgm:pt modelId="{9AB9B1E6-D34C-4C8A-B7FC-798C08083268}" type="pres">
      <dgm:prSet presAssocID="{E0DCC303-7435-4D02-A614-6A380A3968A0}" presName="FiveConn_4-5" presStyleLbl="fgAccFollowNode1" presStyleIdx="3" presStyleCnt="4">
        <dgm:presLayoutVars>
          <dgm:bulletEnabled val="1"/>
        </dgm:presLayoutVars>
      </dgm:prSet>
      <dgm:spPr/>
    </dgm:pt>
    <dgm:pt modelId="{328F5868-D89A-4071-8ABA-BDA5421D8E71}" type="pres">
      <dgm:prSet presAssocID="{E0DCC303-7435-4D02-A614-6A380A3968A0}" presName="FiveNodes_1_text" presStyleLbl="node1" presStyleIdx="4" presStyleCnt="5">
        <dgm:presLayoutVars>
          <dgm:bulletEnabled val="1"/>
        </dgm:presLayoutVars>
      </dgm:prSet>
      <dgm:spPr/>
    </dgm:pt>
    <dgm:pt modelId="{31EBC1D4-F228-4FC7-B058-7BE6E2304815}" type="pres">
      <dgm:prSet presAssocID="{E0DCC303-7435-4D02-A614-6A380A3968A0}" presName="FiveNodes_2_text" presStyleLbl="node1" presStyleIdx="4" presStyleCnt="5">
        <dgm:presLayoutVars>
          <dgm:bulletEnabled val="1"/>
        </dgm:presLayoutVars>
      </dgm:prSet>
      <dgm:spPr/>
    </dgm:pt>
    <dgm:pt modelId="{7415354D-007D-4ED6-8BB6-48D1E5F8A512}" type="pres">
      <dgm:prSet presAssocID="{E0DCC303-7435-4D02-A614-6A380A3968A0}" presName="FiveNodes_3_text" presStyleLbl="node1" presStyleIdx="4" presStyleCnt="5">
        <dgm:presLayoutVars>
          <dgm:bulletEnabled val="1"/>
        </dgm:presLayoutVars>
      </dgm:prSet>
      <dgm:spPr/>
    </dgm:pt>
    <dgm:pt modelId="{32E96B23-3607-452A-9C37-12563F244E41}" type="pres">
      <dgm:prSet presAssocID="{E0DCC303-7435-4D02-A614-6A380A3968A0}" presName="FiveNodes_4_text" presStyleLbl="node1" presStyleIdx="4" presStyleCnt="5">
        <dgm:presLayoutVars>
          <dgm:bulletEnabled val="1"/>
        </dgm:presLayoutVars>
      </dgm:prSet>
      <dgm:spPr/>
    </dgm:pt>
    <dgm:pt modelId="{5BC0F20B-A020-4EF6-8AE0-1F43E6B62CD8}" type="pres">
      <dgm:prSet presAssocID="{E0DCC303-7435-4D02-A614-6A380A3968A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5C842301-AE88-4CD9-9F29-700B9CB5F00C}" type="presOf" srcId="{F01DE29B-0BFC-4229-9EB6-5119231223AD}" destId="{66ECC1A4-347D-43BE-8939-92A38E3736D7}" srcOrd="0" destOrd="0" presId="urn:microsoft.com/office/officeart/2005/8/layout/vProcess5"/>
    <dgm:cxn modelId="{22AE6B02-F3E1-4487-BC9E-43CFA7D103BD}" type="presOf" srcId="{D6425A69-5F91-4B81-90F4-41474194880B}" destId="{31EBC1D4-F228-4FC7-B058-7BE6E2304815}" srcOrd="1" destOrd="0" presId="urn:microsoft.com/office/officeart/2005/8/layout/vProcess5"/>
    <dgm:cxn modelId="{35D39405-F8E1-4352-9435-1C9F0F99A69E}" srcId="{E0DCC303-7435-4D02-A614-6A380A3968A0}" destId="{92CD329E-7E76-4301-9106-6CF7F588A9D4}" srcOrd="2" destOrd="0" parTransId="{ECEB4EE3-D3CA-44F5-9169-6AFEFFDB9B8F}" sibTransId="{4A06F943-298A-4C89-B3EF-57D1D4310A20}"/>
    <dgm:cxn modelId="{7EB2F921-6502-4D9F-86D2-5B2D2D3F7BA3}" type="presOf" srcId="{933A25A3-A62D-4F08-A00A-898ED2407B4A}" destId="{9634D618-D074-40CD-8DB4-C23B32400F56}" srcOrd="0" destOrd="0" presId="urn:microsoft.com/office/officeart/2005/8/layout/vProcess5"/>
    <dgm:cxn modelId="{9455802B-8C2C-41B9-9076-B86C8B6ABB9D}" type="presOf" srcId="{3A84570E-2471-42BD-BAD5-EE6E1EBE15E8}" destId="{3A049742-9F32-4285-A757-558AC61802DF}" srcOrd="0" destOrd="0" presId="urn:microsoft.com/office/officeart/2005/8/layout/vProcess5"/>
    <dgm:cxn modelId="{183D155F-81D1-48CA-8AF1-4262D7AE6F5C}" type="presOf" srcId="{ED4E9BEA-646E-4010-9CB4-83D85F98047A}" destId="{9AB9B1E6-D34C-4C8A-B7FC-798C08083268}" srcOrd="0" destOrd="0" presId="urn:microsoft.com/office/officeart/2005/8/layout/vProcess5"/>
    <dgm:cxn modelId="{39698A62-A292-45FC-9A0C-8D18A6367D2B}" type="presOf" srcId="{92CD329E-7E76-4301-9106-6CF7F588A9D4}" destId="{55D4D630-AF10-42FA-AF4A-B4AEA3FF6F58}" srcOrd="0" destOrd="0" presId="urn:microsoft.com/office/officeart/2005/8/layout/vProcess5"/>
    <dgm:cxn modelId="{98399A62-6DD7-4D55-B19D-FE94F0851B2A}" srcId="{E0DCC303-7435-4D02-A614-6A380A3968A0}" destId="{F01DE29B-0BFC-4229-9EB6-5119231223AD}" srcOrd="4" destOrd="0" parTransId="{474507B2-A604-41BD-95FE-5C0469E03E15}" sibTransId="{B34ECE88-D233-4E9D-BA2A-ADCCD098B804}"/>
    <dgm:cxn modelId="{B1925D54-6237-4F90-8AC0-95400D71C45B}" type="presOf" srcId="{D6425A69-5F91-4B81-90F4-41474194880B}" destId="{735FB751-9354-453D-BE5B-D78E91147BE6}" srcOrd="0" destOrd="0" presId="urn:microsoft.com/office/officeart/2005/8/layout/vProcess5"/>
    <dgm:cxn modelId="{5A6F6274-64AB-4819-9333-414915ACDC74}" type="presOf" srcId="{933A25A3-A62D-4F08-A00A-898ED2407B4A}" destId="{328F5868-D89A-4071-8ABA-BDA5421D8E71}" srcOrd="1" destOrd="0" presId="urn:microsoft.com/office/officeart/2005/8/layout/vProcess5"/>
    <dgm:cxn modelId="{78996675-B017-4922-9A8E-912A1F0C5F2A}" type="presOf" srcId="{4A06F943-298A-4C89-B3EF-57D1D4310A20}" destId="{27FB0AEE-F548-4B40-956A-B0F9E59F1621}" srcOrd="0" destOrd="0" presId="urn:microsoft.com/office/officeart/2005/8/layout/vProcess5"/>
    <dgm:cxn modelId="{8E5BD893-063A-4DBD-9FA4-0A24F606EE72}" type="presOf" srcId="{E189AAAA-3FCF-4D28-8645-61DAD255F45B}" destId="{F0689918-478D-4FD8-8DAD-B3010CD7415A}" srcOrd="0" destOrd="0" presId="urn:microsoft.com/office/officeart/2005/8/layout/vProcess5"/>
    <dgm:cxn modelId="{2C11829F-A49D-424B-AB3C-44A1FEE43FF9}" type="presOf" srcId="{92CD329E-7E76-4301-9106-6CF7F588A9D4}" destId="{7415354D-007D-4ED6-8BB6-48D1E5F8A512}" srcOrd="1" destOrd="0" presId="urn:microsoft.com/office/officeart/2005/8/layout/vProcess5"/>
    <dgm:cxn modelId="{FC5B87A0-116F-439B-99D7-EF12E8487025}" type="presOf" srcId="{0FC40424-FA3F-4B92-AFAA-19F73567DE26}" destId="{3A047B9C-2947-472F-96E9-659E8E8E8738}" srcOrd="0" destOrd="0" presId="urn:microsoft.com/office/officeart/2005/8/layout/vProcess5"/>
    <dgm:cxn modelId="{029832C0-426A-432B-A0DE-43E03A1578B5}" type="presOf" srcId="{0FC40424-FA3F-4B92-AFAA-19F73567DE26}" destId="{32E96B23-3607-452A-9C37-12563F244E41}" srcOrd="1" destOrd="0" presId="urn:microsoft.com/office/officeart/2005/8/layout/vProcess5"/>
    <dgm:cxn modelId="{35D929D4-5E98-46C7-B9F8-DD334C616E67}" srcId="{E0DCC303-7435-4D02-A614-6A380A3968A0}" destId="{0FC40424-FA3F-4B92-AFAA-19F73567DE26}" srcOrd="3" destOrd="0" parTransId="{90193FF9-0241-4CE7-8271-FC327D1317E3}" sibTransId="{ED4E9BEA-646E-4010-9CB4-83D85F98047A}"/>
    <dgm:cxn modelId="{B64846D7-2892-4E2B-8F7E-CA2EFA9E5F50}" srcId="{E0DCC303-7435-4D02-A614-6A380A3968A0}" destId="{933A25A3-A62D-4F08-A00A-898ED2407B4A}" srcOrd="0" destOrd="0" parTransId="{4F368B63-6726-4ECB-971B-02941CC7039F}" sibTransId="{3A84570E-2471-42BD-BAD5-EE6E1EBE15E8}"/>
    <dgm:cxn modelId="{F03239EE-8A80-4CA0-90C4-80FF5F1E6D4B}" type="presOf" srcId="{E0DCC303-7435-4D02-A614-6A380A3968A0}" destId="{4C74A8E3-3841-457A-8527-2255FE8B42CD}" srcOrd="0" destOrd="0" presId="urn:microsoft.com/office/officeart/2005/8/layout/vProcess5"/>
    <dgm:cxn modelId="{5A3032EF-12DA-4DA0-B329-E038874BD311}" type="presOf" srcId="{F01DE29B-0BFC-4229-9EB6-5119231223AD}" destId="{5BC0F20B-A020-4EF6-8AE0-1F43E6B62CD8}" srcOrd="1" destOrd="0" presId="urn:microsoft.com/office/officeart/2005/8/layout/vProcess5"/>
    <dgm:cxn modelId="{AEB6CDEF-F391-49E6-B2C4-08B659D64AD5}" srcId="{E0DCC303-7435-4D02-A614-6A380A3968A0}" destId="{D6425A69-5F91-4B81-90F4-41474194880B}" srcOrd="1" destOrd="0" parTransId="{D8AFE14F-4B3E-45CF-AD74-0A9E0CDF3D8C}" sibTransId="{E189AAAA-3FCF-4D28-8645-61DAD255F45B}"/>
    <dgm:cxn modelId="{5FE95F82-37B3-4655-84D8-B7C87C818A38}" type="presParOf" srcId="{4C74A8E3-3841-457A-8527-2255FE8B42CD}" destId="{1F8E656E-7030-442F-B1D6-3750E2885A1B}" srcOrd="0" destOrd="0" presId="urn:microsoft.com/office/officeart/2005/8/layout/vProcess5"/>
    <dgm:cxn modelId="{0631D6FE-B370-4594-8C1F-9CD91246184D}" type="presParOf" srcId="{4C74A8E3-3841-457A-8527-2255FE8B42CD}" destId="{9634D618-D074-40CD-8DB4-C23B32400F56}" srcOrd="1" destOrd="0" presId="urn:microsoft.com/office/officeart/2005/8/layout/vProcess5"/>
    <dgm:cxn modelId="{FDC5661C-2111-42E3-A38A-B5488350999F}" type="presParOf" srcId="{4C74A8E3-3841-457A-8527-2255FE8B42CD}" destId="{735FB751-9354-453D-BE5B-D78E91147BE6}" srcOrd="2" destOrd="0" presId="urn:microsoft.com/office/officeart/2005/8/layout/vProcess5"/>
    <dgm:cxn modelId="{47B270F0-9FBF-46A5-AAB5-83AEA500EEBD}" type="presParOf" srcId="{4C74A8E3-3841-457A-8527-2255FE8B42CD}" destId="{55D4D630-AF10-42FA-AF4A-B4AEA3FF6F58}" srcOrd="3" destOrd="0" presId="urn:microsoft.com/office/officeart/2005/8/layout/vProcess5"/>
    <dgm:cxn modelId="{B7B09510-3467-4F0D-85A9-4CBFED653335}" type="presParOf" srcId="{4C74A8E3-3841-457A-8527-2255FE8B42CD}" destId="{3A047B9C-2947-472F-96E9-659E8E8E8738}" srcOrd="4" destOrd="0" presId="urn:microsoft.com/office/officeart/2005/8/layout/vProcess5"/>
    <dgm:cxn modelId="{99675147-87E5-4058-8D3E-87E4CE51FB6A}" type="presParOf" srcId="{4C74A8E3-3841-457A-8527-2255FE8B42CD}" destId="{66ECC1A4-347D-43BE-8939-92A38E3736D7}" srcOrd="5" destOrd="0" presId="urn:microsoft.com/office/officeart/2005/8/layout/vProcess5"/>
    <dgm:cxn modelId="{1989FE33-80DD-48AD-BA17-F000DD45A03B}" type="presParOf" srcId="{4C74A8E3-3841-457A-8527-2255FE8B42CD}" destId="{3A049742-9F32-4285-A757-558AC61802DF}" srcOrd="6" destOrd="0" presId="urn:microsoft.com/office/officeart/2005/8/layout/vProcess5"/>
    <dgm:cxn modelId="{1D64EE87-90F9-46A2-908B-0C7B0075C6DE}" type="presParOf" srcId="{4C74A8E3-3841-457A-8527-2255FE8B42CD}" destId="{F0689918-478D-4FD8-8DAD-B3010CD7415A}" srcOrd="7" destOrd="0" presId="urn:microsoft.com/office/officeart/2005/8/layout/vProcess5"/>
    <dgm:cxn modelId="{42E35708-1A5E-4E67-9F61-EE4BFB25C8A6}" type="presParOf" srcId="{4C74A8E3-3841-457A-8527-2255FE8B42CD}" destId="{27FB0AEE-F548-4B40-956A-B0F9E59F1621}" srcOrd="8" destOrd="0" presId="urn:microsoft.com/office/officeart/2005/8/layout/vProcess5"/>
    <dgm:cxn modelId="{C908AE7F-A4EB-42AE-876D-90EB57E9F018}" type="presParOf" srcId="{4C74A8E3-3841-457A-8527-2255FE8B42CD}" destId="{9AB9B1E6-D34C-4C8A-B7FC-798C08083268}" srcOrd="9" destOrd="0" presId="urn:microsoft.com/office/officeart/2005/8/layout/vProcess5"/>
    <dgm:cxn modelId="{486F0ECB-4AE9-4DBA-B136-27F1DE51F5FC}" type="presParOf" srcId="{4C74A8E3-3841-457A-8527-2255FE8B42CD}" destId="{328F5868-D89A-4071-8ABA-BDA5421D8E71}" srcOrd="10" destOrd="0" presId="urn:microsoft.com/office/officeart/2005/8/layout/vProcess5"/>
    <dgm:cxn modelId="{79F0DE2E-CEFD-4773-AAC3-7C2DE9E90F16}" type="presParOf" srcId="{4C74A8E3-3841-457A-8527-2255FE8B42CD}" destId="{31EBC1D4-F228-4FC7-B058-7BE6E2304815}" srcOrd="11" destOrd="0" presId="urn:microsoft.com/office/officeart/2005/8/layout/vProcess5"/>
    <dgm:cxn modelId="{EDCE3BDA-B261-452F-86C2-3F6D8A8D7540}" type="presParOf" srcId="{4C74A8E3-3841-457A-8527-2255FE8B42CD}" destId="{7415354D-007D-4ED6-8BB6-48D1E5F8A512}" srcOrd="12" destOrd="0" presId="urn:microsoft.com/office/officeart/2005/8/layout/vProcess5"/>
    <dgm:cxn modelId="{2C54B92E-5EC5-485A-BFA0-53F706010012}" type="presParOf" srcId="{4C74A8E3-3841-457A-8527-2255FE8B42CD}" destId="{32E96B23-3607-452A-9C37-12563F244E41}" srcOrd="13" destOrd="0" presId="urn:microsoft.com/office/officeart/2005/8/layout/vProcess5"/>
    <dgm:cxn modelId="{B83F0743-2393-4E71-8AE7-1938E2DF1D05}" type="presParOf" srcId="{4C74A8E3-3841-457A-8527-2255FE8B42CD}" destId="{5BC0F20B-A020-4EF6-8AE0-1F43E6B62CD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0632B9-44A4-4C83-99D3-0E62A9C6F1EF}" type="doc">
      <dgm:prSet loTypeId="urn:microsoft.com/office/officeart/2005/8/layout/matrix3" loCatId="matrix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4D14EB3-5F08-44DF-83FF-932E71302C01}">
      <dgm:prSet/>
      <dgm:spPr/>
      <dgm:t>
        <a:bodyPr/>
        <a:lstStyle/>
        <a:p>
          <a:r>
            <a:rPr lang="ro-RO"/>
            <a:t>Canvas 11x11 pentru bomboane</a:t>
          </a:r>
          <a:endParaRPr lang="en-US"/>
        </a:p>
      </dgm:t>
    </dgm:pt>
    <dgm:pt modelId="{AB0942FE-E70B-4ECC-889D-25BFFE9D1843}" type="parTrans" cxnId="{AD32D34F-E00F-4C15-84D3-EC20D3CDE10C}">
      <dgm:prSet/>
      <dgm:spPr/>
      <dgm:t>
        <a:bodyPr/>
        <a:lstStyle/>
        <a:p>
          <a:endParaRPr lang="en-US"/>
        </a:p>
      </dgm:t>
    </dgm:pt>
    <dgm:pt modelId="{14DDD4F6-69B2-4E88-802B-BE7B0B1A21D0}" type="sibTrans" cxnId="{AD32D34F-E00F-4C15-84D3-EC20D3CDE10C}">
      <dgm:prSet/>
      <dgm:spPr/>
      <dgm:t>
        <a:bodyPr/>
        <a:lstStyle/>
        <a:p>
          <a:endParaRPr lang="en-US"/>
        </a:p>
      </dgm:t>
    </dgm:pt>
    <dgm:pt modelId="{9739A95E-1011-4FA6-8FEB-5F836F3207B2}">
      <dgm:prSet/>
      <dgm:spPr/>
      <dgm:t>
        <a:bodyPr/>
        <a:lstStyle/>
        <a:p>
          <a:r>
            <a:rPr lang="ro-RO"/>
            <a:t>Controale – Play, Stop, Viteză ajustabilă</a:t>
          </a:r>
          <a:endParaRPr lang="en-US"/>
        </a:p>
      </dgm:t>
    </dgm:pt>
    <dgm:pt modelId="{914BB032-42FF-4008-8A5F-0A9256B36B11}" type="parTrans" cxnId="{39121BE9-8B74-4F5A-B558-CBF044D3D8AB}">
      <dgm:prSet/>
      <dgm:spPr/>
      <dgm:t>
        <a:bodyPr/>
        <a:lstStyle/>
        <a:p>
          <a:endParaRPr lang="en-US"/>
        </a:p>
      </dgm:t>
    </dgm:pt>
    <dgm:pt modelId="{8345EF5E-3FBC-4299-B903-3C5FED74D373}" type="sibTrans" cxnId="{39121BE9-8B74-4F5A-B558-CBF044D3D8AB}">
      <dgm:prSet/>
      <dgm:spPr/>
      <dgm:t>
        <a:bodyPr/>
        <a:lstStyle/>
        <a:p>
          <a:endParaRPr lang="en-US"/>
        </a:p>
      </dgm:t>
    </dgm:pt>
    <dgm:pt modelId="{2FC08C89-27A1-4AD4-8F6B-B6B730FAB4A0}">
      <dgm:prSet/>
      <dgm:spPr/>
      <dgm:t>
        <a:bodyPr/>
        <a:lstStyle/>
        <a:p>
          <a:r>
            <a:rPr lang="ro-RO"/>
            <a:t>Evidențiere albă pentru swap-uri</a:t>
          </a:r>
          <a:endParaRPr lang="en-US"/>
        </a:p>
      </dgm:t>
    </dgm:pt>
    <dgm:pt modelId="{B5C3FE81-90B0-421D-90ED-3C4CDE0F478C}" type="parTrans" cxnId="{0C27BA2A-BB3A-49BD-8B9A-3EBFC3484977}">
      <dgm:prSet/>
      <dgm:spPr/>
      <dgm:t>
        <a:bodyPr/>
        <a:lstStyle/>
        <a:p>
          <a:endParaRPr lang="en-US"/>
        </a:p>
      </dgm:t>
    </dgm:pt>
    <dgm:pt modelId="{718702D2-371E-4EC3-947C-E82225CFB70C}" type="sibTrans" cxnId="{0C27BA2A-BB3A-49BD-8B9A-3EBFC3484977}">
      <dgm:prSet/>
      <dgm:spPr/>
      <dgm:t>
        <a:bodyPr/>
        <a:lstStyle/>
        <a:p>
          <a:endParaRPr lang="en-US"/>
        </a:p>
      </dgm:t>
    </dgm:pt>
    <dgm:pt modelId="{07F6CD3C-CCA5-4635-9D84-663428A602F5}">
      <dgm:prSet/>
      <dgm:spPr/>
      <dgm:t>
        <a:bodyPr/>
        <a:lstStyle/>
        <a:p>
          <a:r>
            <a:rPr lang="ro-RO"/>
            <a:t>Evidențiere albastră pentru match-uri</a:t>
          </a:r>
          <a:endParaRPr lang="en-US"/>
        </a:p>
      </dgm:t>
    </dgm:pt>
    <dgm:pt modelId="{6900D7D2-D82E-440F-BFB9-51B71BD0C67C}" type="parTrans" cxnId="{F2CA3FFA-1F28-401E-8A6E-DC5D2CD8538E}">
      <dgm:prSet/>
      <dgm:spPr/>
      <dgm:t>
        <a:bodyPr/>
        <a:lstStyle/>
        <a:p>
          <a:endParaRPr lang="en-US"/>
        </a:p>
      </dgm:t>
    </dgm:pt>
    <dgm:pt modelId="{1BA4C9CC-FD1F-46BB-90AB-495F4226B502}" type="sibTrans" cxnId="{F2CA3FFA-1F28-401E-8A6E-DC5D2CD8538E}">
      <dgm:prSet/>
      <dgm:spPr/>
      <dgm:t>
        <a:bodyPr/>
        <a:lstStyle/>
        <a:p>
          <a:endParaRPr lang="en-US"/>
        </a:p>
      </dgm:t>
    </dgm:pt>
    <dgm:pt modelId="{1F77AFA3-9B9B-4EA2-833C-A34FE2E5F376}" type="pres">
      <dgm:prSet presAssocID="{010632B9-44A4-4C83-99D3-0E62A9C6F1EF}" presName="matrix" presStyleCnt="0">
        <dgm:presLayoutVars>
          <dgm:chMax val="1"/>
          <dgm:dir/>
          <dgm:resizeHandles val="exact"/>
        </dgm:presLayoutVars>
      </dgm:prSet>
      <dgm:spPr/>
    </dgm:pt>
    <dgm:pt modelId="{C303CBE4-0CDE-4A3C-AAC0-327606A9E3D2}" type="pres">
      <dgm:prSet presAssocID="{010632B9-44A4-4C83-99D3-0E62A9C6F1EF}" presName="diamond" presStyleLbl="bgShp" presStyleIdx="0" presStyleCnt="1"/>
      <dgm:spPr/>
    </dgm:pt>
    <dgm:pt modelId="{2028201D-42EA-4B3A-AE2E-44605BA64C1C}" type="pres">
      <dgm:prSet presAssocID="{010632B9-44A4-4C83-99D3-0E62A9C6F1EF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BFA5D9-9192-4FA0-BBB6-8C81A392C419}" type="pres">
      <dgm:prSet presAssocID="{010632B9-44A4-4C83-99D3-0E62A9C6F1EF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82C343D-F13B-4782-B755-529C83037ECF}" type="pres">
      <dgm:prSet presAssocID="{010632B9-44A4-4C83-99D3-0E62A9C6F1EF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A1F924F-6AED-46AA-A38F-641525A7CF77}" type="pres">
      <dgm:prSet presAssocID="{010632B9-44A4-4C83-99D3-0E62A9C6F1EF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C27BA2A-BB3A-49BD-8B9A-3EBFC3484977}" srcId="{010632B9-44A4-4C83-99D3-0E62A9C6F1EF}" destId="{2FC08C89-27A1-4AD4-8F6B-B6B730FAB4A0}" srcOrd="2" destOrd="0" parTransId="{B5C3FE81-90B0-421D-90ED-3C4CDE0F478C}" sibTransId="{718702D2-371E-4EC3-947C-E82225CFB70C}"/>
    <dgm:cxn modelId="{9DF6C42A-3AC5-4360-A9D8-5F11C8701E26}" type="presOf" srcId="{04D14EB3-5F08-44DF-83FF-932E71302C01}" destId="{2028201D-42EA-4B3A-AE2E-44605BA64C1C}" srcOrd="0" destOrd="0" presId="urn:microsoft.com/office/officeart/2005/8/layout/matrix3"/>
    <dgm:cxn modelId="{A9F0E843-EDCF-4BC3-ABB5-8B66CAD25BBF}" type="presOf" srcId="{010632B9-44A4-4C83-99D3-0E62A9C6F1EF}" destId="{1F77AFA3-9B9B-4EA2-833C-A34FE2E5F376}" srcOrd="0" destOrd="0" presId="urn:microsoft.com/office/officeart/2005/8/layout/matrix3"/>
    <dgm:cxn modelId="{0D91574B-65E4-438C-883E-EBD28F9B8837}" type="presOf" srcId="{2FC08C89-27A1-4AD4-8F6B-B6B730FAB4A0}" destId="{E82C343D-F13B-4782-B755-529C83037ECF}" srcOrd="0" destOrd="0" presId="urn:microsoft.com/office/officeart/2005/8/layout/matrix3"/>
    <dgm:cxn modelId="{AD32D34F-E00F-4C15-84D3-EC20D3CDE10C}" srcId="{010632B9-44A4-4C83-99D3-0E62A9C6F1EF}" destId="{04D14EB3-5F08-44DF-83FF-932E71302C01}" srcOrd="0" destOrd="0" parTransId="{AB0942FE-E70B-4ECC-889D-25BFFE9D1843}" sibTransId="{14DDD4F6-69B2-4E88-802B-BE7B0B1A21D0}"/>
    <dgm:cxn modelId="{BB6A6088-EE17-4C4E-9476-7A0AC02FAF37}" type="presOf" srcId="{9739A95E-1011-4FA6-8FEB-5F836F3207B2}" destId="{DABFA5D9-9192-4FA0-BBB6-8C81A392C419}" srcOrd="0" destOrd="0" presId="urn:microsoft.com/office/officeart/2005/8/layout/matrix3"/>
    <dgm:cxn modelId="{59C2CCD8-B68C-482C-8858-8E34F5C252F5}" type="presOf" srcId="{07F6CD3C-CCA5-4635-9D84-663428A602F5}" destId="{CA1F924F-6AED-46AA-A38F-641525A7CF77}" srcOrd="0" destOrd="0" presId="urn:microsoft.com/office/officeart/2005/8/layout/matrix3"/>
    <dgm:cxn modelId="{39121BE9-8B74-4F5A-B558-CBF044D3D8AB}" srcId="{010632B9-44A4-4C83-99D3-0E62A9C6F1EF}" destId="{9739A95E-1011-4FA6-8FEB-5F836F3207B2}" srcOrd="1" destOrd="0" parTransId="{914BB032-42FF-4008-8A5F-0A9256B36B11}" sibTransId="{8345EF5E-3FBC-4299-B903-3C5FED74D373}"/>
    <dgm:cxn modelId="{F2CA3FFA-1F28-401E-8A6E-DC5D2CD8538E}" srcId="{010632B9-44A4-4C83-99D3-0E62A9C6F1EF}" destId="{07F6CD3C-CCA5-4635-9D84-663428A602F5}" srcOrd="3" destOrd="0" parTransId="{6900D7D2-D82E-440F-BFB9-51B71BD0C67C}" sibTransId="{1BA4C9CC-FD1F-46BB-90AB-495F4226B502}"/>
    <dgm:cxn modelId="{D18B6CEB-8840-4377-AD1C-A47FADA1BFAF}" type="presParOf" srcId="{1F77AFA3-9B9B-4EA2-833C-A34FE2E5F376}" destId="{C303CBE4-0CDE-4A3C-AAC0-327606A9E3D2}" srcOrd="0" destOrd="0" presId="urn:microsoft.com/office/officeart/2005/8/layout/matrix3"/>
    <dgm:cxn modelId="{0EF1C771-56BF-4D11-8A10-A1F36BBCCD17}" type="presParOf" srcId="{1F77AFA3-9B9B-4EA2-833C-A34FE2E5F376}" destId="{2028201D-42EA-4B3A-AE2E-44605BA64C1C}" srcOrd="1" destOrd="0" presId="urn:microsoft.com/office/officeart/2005/8/layout/matrix3"/>
    <dgm:cxn modelId="{31858D8B-8ECD-4742-99FD-CC4EF8472973}" type="presParOf" srcId="{1F77AFA3-9B9B-4EA2-833C-A34FE2E5F376}" destId="{DABFA5D9-9192-4FA0-BBB6-8C81A392C419}" srcOrd="2" destOrd="0" presId="urn:microsoft.com/office/officeart/2005/8/layout/matrix3"/>
    <dgm:cxn modelId="{974A8298-FBCE-4303-B393-A31A0BC07BD6}" type="presParOf" srcId="{1F77AFA3-9B9B-4EA2-833C-A34FE2E5F376}" destId="{E82C343D-F13B-4782-B755-529C83037ECF}" srcOrd="3" destOrd="0" presId="urn:microsoft.com/office/officeart/2005/8/layout/matrix3"/>
    <dgm:cxn modelId="{18531EB3-B0AD-4C01-96CF-50C27541859E}" type="presParOf" srcId="{1F77AFA3-9B9B-4EA2-833C-A34FE2E5F376}" destId="{CA1F924F-6AED-46AA-A38F-641525A7CF7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A8B7938-C893-4E49-87FD-5D656B9C8A7A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EFCA26-EA51-42C4-8D45-06BB66B602AD}">
      <dgm:prSet custT="1"/>
      <dgm:spPr/>
      <dgm:t>
        <a:bodyPr/>
        <a:lstStyle/>
        <a:p>
          <a:r>
            <a:rPr lang="ro-RO" sz="1600" dirty="0"/>
            <a:t>detect_formations() – identifică toate match-urile</a:t>
          </a:r>
          <a:endParaRPr lang="en-US" sz="1600" dirty="0"/>
        </a:p>
      </dgm:t>
    </dgm:pt>
    <dgm:pt modelId="{7016A863-26E8-42C2-AF3B-239A003986AB}" type="parTrans" cxnId="{C174337E-D5E8-47D6-93A7-19D02626232C}">
      <dgm:prSet/>
      <dgm:spPr/>
      <dgm:t>
        <a:bodyPr/>
        <a:lstStyle/>
        <a:p>
          <a:endParaRPr lang="en-US"/>
        </a:p>
      </dgm:t>
    </dgm:pt>
    <dgm:pt modelId="{272FFCF6-BE2A-4965-A63D-E0AC60E0434E}" type="sibTrans" cxnId="{C174337E-D5E8-47D6-93A7-19D02626232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80FB352-11B5-4A4C-8DC8-7A574A84BDF2}">
      <dgm:prSet custT="1"/>
      <dgm:spPr/>
      <dgm:t>
        <a:bodyPr/>
        <a:lstStyle/>
        <a:p>
          <a:r>
            <a:rPr lang="ro-RO" sz="2000" dirty="0"/>
            <a:t>swap() – schimbă două celule</a:t>
          </a:r>
          <a:endParaRPr lang="en-US" sz="2000" dirty="0"/>
        </a:p>
      </dgm:t>
    </dgm:pt>
    <dgm:pt modelId="{BA5311ED-EAB2-46F5-82DA-35AEB395F63C}" type="parTrans" cxnId="{FD84F80A-0F7D-494A-B51D-9E3FCBF98E52}">
      <dgm:prSet/>
      <dgm:spPr/>
      <dgm:t>
        <a:bodyPr/>
        <a:lstStyle/>
        <a:p>
          <a:endParaRPr lang="en-US"/>
        </a:p>
      </dgm:t>
    </dgm:pt>
    <dgm:pt modelId="{6D86D0D3-639D-4ADE-AB81-D8B5EF854B98}" type="sibTrans" cxnId="{FD84F80A-0F7D-494A-B51D-9E3FCBF98E5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506C0B3C-2AF2-41E0-8D3D-3A6F855F21D6}">
      <dgm:prSet custT="1"/>
      <dgm:spPr/>
      <dgm:t>
        <a:bodyPr/>
        <a:lstStyle/>
        <a:p>
          <a:r>
            <a:rPr lang="ro-RO" sz="1800" dirty="0"/>
            <a:t>apply_gravity_and_refill() – aplică gravitația și reumple tabla cu bomboane</a:t>
          </a:r>
          <a:endParaRPr lang="en-US" sz="1800" dirty="0"/>
        </a:p>
      </dgm:t>
    </dgm:pt>
    <dgm:pt modelId="{FC49CDB5-9EDB-46F8-B555-8692ED2D6ABD}" type="parTrans" cxnId="{D0A245F8-3D3D-483C-9714-CD5CFDA2E554}">
      <dgm:prSet/>
      <dgm:spPr/>
      <dgm:t>
        <a:bodyPr/>
        <a:lstStyle/>
        <a:p>
          <a:endParaRPr lang="en-US"/>
        </a:p>
      </dgm:t>
    </dgm:pt>
    <dgm:pt modelId="{25ED87F8-21CB-4A8E-A5C6-054777BE7A9E}" type="sibTrans" cxnId="{D0A245F8-3D3D-483C-9714-CD5CFDA2E554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4C6E3168-B84A-44BE-A840-CDD495E5DAD9}">
      <dgm:prSet/>
      <dgm:spPr/>
      <dgm:t>
        <a:bodyPr/>
        <a:lstStyle/>
        <a:p>
          <a:r>
            <a:rPr lang="ro-RO" dirty="0"/>
            <a:t>draw() – desenează tabla pe canvas</a:t>
          </a:r>
          <a:endParaRPr lang="en-US" dirty="0"/>
        </a:p>
      </dgm:t>
    </dgm:pt>
    <dgm:pt modelId="{FB84338C-3962-43D2-9573-D63B8934B354}" type="parTrans" cxnId="{769BC8D8-9C1D-4C48-B802-FEED91C99AB2}">
      <dgm:prSet/>
      <dgm:spPr/>
      <dgm:t>
        <a:bodyPr/>
        <a:lstStyle/>
        <a:p>
          <a:endParaRPr lang="en-US"/>
        </a:p>
      </dgm:t>
    </dgm:pt>
    <dgm:pt modelId="{AC00D4B2-276D-4B9E-A5DA-8ED90034BB39}" type="sibTrans" cxnId="{769BC8D8-9C1D-4C48-B802-FEED91C99AB2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9D89929E-75E5-4F0B-AB55-E857C0D2C4A2}">
      <dgm:prSet/>
      <dgm:spPr/>
      <dgm:t>
        <a:bodyPr/>
        <a:lstStyle/>
        <a:p>
          <a:r>
            <a:rPr lang="ro-RO" dirty="0"/>
            <a:t>find_any_swap() – găsește următoare mutare validă</a:t>
          </a:r>
          <a:endParaRPr lang="en-US" dirty="0"/>
        </a:p>
      </dgm:t>
    </dgm:pt>
    <dgm:pt modelId="{9A6A3DFA-F4BF-4627-835F-BF709E5EE73A}" type="parTrans" cxnId="{605D7C16-4392-4941-BC6A-02452CEF06C9}">
      <dgm:prSet/>
      <dgm:spPr/>
      <dgm:t>
        <a:bodyPr/>
        <a:lstStyle/>
        <a:p>
          <a:endParaRPr lang="en-US"/>
        </a:p>
      </dgm:t>
    </dgm:pt>
    <dgm:pt modelId="{DFD58EE5-B27F-4A01-98F9-794D023C9BBA}" type="sibTrans" cxnId="{605D7C16-4392-4941-BC6A-02452CEF06C9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8E77BBE3-69EC-4483-82C0-02B98B9B52BF}" type="pres">
      <dgm:prSet presAssocID="{5A8B7938-C893-4E49-87FD-5D656B9C8A7A}" presName="linearFlow" presStyleCnt="0">
        <dgm:presLayoutVars>
          <dgm:dir/>
          <dgm:animLvl val="lvl"/>
          <dgm:resizeHandles val="exact"/>
        </dgm:presLayoutVars>
      </dgm:prSet>
      <dgm:spPr/>
    </dgm:pt>
    <dgm:pt modelId="{3755A41A-66A2-41F3-BEA3-36458908AB5F}" type="pres">
      <dgm:prSet presAssocID="{18EFCA26-EA51-42C4-8D45-06BB66B602AD}" presName="compositeNode" presStyleCnt="0"/>
      <dgm:spPr/>
    </dgm:pt>
    <dgm:pt modelId="{13E8CFF8-281C-4EC1-A64E-C59FD94BA5ED}" type="pres">
      <dgm:prSet presAssocID="{18EFCA26-EA51-42C4-8D45-06BB66B602A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DA0C183-B43B-4C1B-83B1-A118BCB261A9}" type="pres">
      <dgm:prSet presAssocID="{18EFCA26-EA51-42C4-8D45-06BB66B602AD}" presName="parSh" presStyleCnt="0"/>
      <dgm:spPr/>
    </dgm:pt>
    <dgm:pt modelId="{3D4F29C1-C9AE-4221-9823-B27CE0BAA055}" type="pres">
      <dgm:prSet presAssocID="{18EFCA26-EA51-42C4-8D45-06BB66B602AD}" presName="lineNode" presStyleLbl="alignAccFollowNode1" presStyleIdx="0" presStyleCnt="15"/>
      <dgm:spPr/>
    </dgm:pt>
    <dgm:pt modelId="{C3115FBA-7C9D-426E-A1AB-063149CFB02C}" type="pres">
      <dgm:prSet presAssocID="{18EFCA26-EA51-42C4-8D45-06BB66B602AD}" presName="lineArrowNode" presStyleLbl="alignAccFollowNode1" presStyleIdx="1" presStyleCnt="15"/>
      <dgm:spPr/>
    </dgm:pt>
    <dgm:pt modelId="{41664767-28FE-41CD-A5C6-B965A3DFE1DB}" type="pres">
      <dgm:prSet presAssocID="{272FFCF6-BE2A-4965-A63D-E0AC60E0434E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72656EF7-6C72-4C77-A9B9-30AB1F68B496}" type="pres">
      <dgm:prSet presAssocID="{272FFCF6-BE2A-4965-A63D-E0AC60E0434E}" presName="spacerBetweenCircleAndCallout" presStyleCnt="0">
        <dgm:presLayoutVars/>
      </dgm:prSet>
      <dgm:spPr/>
    </dgm:pt>
    <dgm:pt modelId="{AD09F1BA-6662-4E78-9427-11B094C7D51C}" type="pres">
      <dgm:prSet presAssocID="{18EFCA26-EA51-42C4-8D45-06BB66B602AD}" presName="nodeText" presStyleLbl="alignAccFollowNode1" presStyleIdx="2" presStyleCnt="15">
        <dgm:presLayoutVars>
          <dgm:bulletEnabled val="1"/>
        </dgm:presLayoutVars>
      </dgm:prSet>
      <dgm:spPr/>
    </dgm:pt>
    <dgm:pt modelId="{9596562A-154E-4155-911A-D249A9D66EA9}" type="pres">
      <dgm:prSet presAssocID="{272FFCF6-BE2A-4965-A63D-E0AC60E0434E}" presName="sibTransComposite" presStyleCnt="0"/>
      <dgm:spPr/>
    </dgm:pt>
    <dgm:pt modelId="{6788C6FF-5243-48E0-B8D6-F38CE9C79AC5}" type="pres">
      <dgm:prSet presAssocID="{080FB352-11B5-4A4C-8DC8-7A574A84BDF2}" presName="compositeNode" presStyleCnt="0"/>
      <dgm:spPr/>
    </dgm:pt>
    <dgm:pt modelId="{201D8083-428D-4E09-8B86-A34DDC456FF7}" type="pres">
      <dgm:prSet presAssocID="{080FB352-11B5-4A4C-8DC8-7A574A84BDF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53FC2B1-74C0-499E-A5CA-49F67D53340C}" type="pres">
      <dgm:prSet presAssocID="{080FB352-11B5-4A4C-8DC8-7A574A84BDF2}" presName="parSh" presStyleCnt="0"/>
      <dgm:spPr/>
    </dgm:pt>
    <dgm:pt modelId="{E0C140BC-2CBD-4130-BDE9-F941037C67A2}" type="pres">
      <dgm:prSet presAssocID="{080FB352-11B5-4A4C-8DC8-7A574A84BDF2}" presName="lineNode" presStyleLbl="alignAccFollowNode1" presStyleIdx="3" presStyleCnt="15"/>
      <dgm:spPr/>
    </dgm:pt>
    <dgm:pt modelId="{BD814091-26AD-4092-8485-A101653C8E96}" type="pres">
      <dgm:prSet presAssocID="{080FB352-11B5-4A4C-8DC8-7A574A84BDF2}" presName="lineArrowNode" presStyleLbl="alignAccFollowNode1" presStyleIdx="4" presStyleCnt="15"/>
      <dgm:spPr/>
    </dgm:pt>
    <dgm:pt modelId="{338D30E0-BBD5-48C9-908F-2A003720222B}" type="pres">
      <dgm:prSet presAssocID="{6D86D0D3-639D-4ADE-AB81-D8B5EF854B98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33963D83-83E0-4835-AA9A-12267CD32D7A}" type="pres">
      <dgm:prSet presAssocID="{6D86D0D3-639D-4ADE-AB81-D8B5EF854B98}" presName="spacerBetweenCircleAndCallout" presStyleCnt="0">
        <dgm:presLayoutVars/>
      </dgm:prSet>
      <dgm:spPr/>
    </dgm:pt>
    <dgm:pt modelId="{4EAD564E-EA5A-4373-A2DD-E9ED43D2DB77}" type="pres">
      <dgm:prSet presAssocID="{080FB352-11B5-4A4C-8DC8-7A574A84BDF2}" presName="nodeText" presStyleLbl="alignAccFollowNode1" presStyleIdx="5" presStyleCnt="15">
        <dgm:presLayoutVars>
          <dgm:bulletEnabled val="1"/>
        </dgm:presLayoutVars>
      </dgm:prSet>
      <dgm:spPr/>
    </dgm:pt>
    <dgm:pt modelId="{DDFDAC39-3AEF-460A-A92C-DF400607CF94}" type="pres">
      <dgm:prSet presAssocID="{6D86D0D3-639D-4ADE-AB81-D8B5EF854B98}" presName="sibTransComposite" presStyleCnt="0"/>
      <dgm:spPr/>
    </dgm:pt>
    <dgm:pt modelId="{407358E7-DD55-4D51-9BAD-EFB170B9DF48}" type="pres">
      <dgm:prSet presAssocID="{506C0B3C-2AF2-41E0-8D3D-3A6F855F21D6}" presName="compositeNode" presStyleCnt="0"/>
      <dgm:spPr/>
    </dgm:pt>
    <dgm:pt modelId="{09F9BC80-095C-4313-A056-403CD00B56C5}" type="pres">
      <dgm:prSet presAssocID="{506C0B3C-2AF2-41E0-8D3D-3A6F855F21D6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4A22C1A1-1E02-412E-9E19-7F289CF93879}" type="pres">
      <dgm:prSet presAssocID="{506C0B3C-2AF2-41E0-8D3D-3A6F855F21D6}" presName="parSh" presStyleCnt="0"/>
      <dgm:spPr/>
    </dgm:pt>
    <dgm:pt modelId="{5E96C48C-99FA-4072-9DF6-A249B35FFBC5}" type="pres">
      <dgm:prSet presAssocID="{506C0B3C-2AF2-41E0-8D3D-3A6F855F21D6}" presName="lineNode" presStyleLbl="alignAccFollowNode1" presStyleIdx="6" presStyleCnt="15"/>
      <dgm:spPr/>
    </dgm:pt>
    <dgm:pt modelId="{C83F63AD-A837-4677-B16F-C9BA38443DBD}" type="pres">
      <dgm:prSet presAssocID="{506C0B3C-2AF2-41E0-8D3D-3A6F855F21D6}" presName="lineArrowNode" presStyleLbl="alignAccFollowNode1" presStyleIdx="7" presStyleCnt="15"/>
      <dgm:spPr/>
    </dgm:pt>
    <dgm:pt modelId="{4F4C98DA-FB97-4D3F-A1C6-1DE4958E8CE1}" type="pres">
      <dgm:prSet presAssocID="{25ED87F8-21CB-4A8E-A5C6-054777BE7A9E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7FCD375D-0B3F-4CC2-BFBA-6A0B2B283894}" type="pres">
      <dgm:prSet presAssocID="{25ED87F8-21CB-4A8E-A5C6-054777BE7A9E}" presName="spacerBetweenCircleAndCallout" presStyleCnt="0">
        <dgm:presLayoutVars/>
      </dgm:prSet>
      <dgm:spPr/>
    </dgm:pt>
    <dgm:pt modelId="{336B08F6-9B97-45CC-A431-5C3A056961D5}" type="pres">
      <dgm:prSet presAssocID="{506C0B3C-2AF2-41E0-8D3D-3A6F855F21D6}" presName="nodeText" presStyleLbl="alignAccFollowNode1" presStyleIdx="8" presStyleCnt="15">
        <dgm:presLayoutVars>
          <dgm:bulletEnabled val="1"/>
        </dgm:presLayoutVars>
      </dgm:prSet>
      <dgm:spPr/>
    </dgm:pt>
    <dgm:pt modelId="{22879BB8-1D62-4FFB-BDA5-A4FB4826152F}" type="pres">
      <dgm:prSet presAssocID="{25ED87F8-21CB-4A8E-A5C6-054777BE7A9E}" presName="sibTransComposite" presStyleCnt="0"/>
      <dgm:spPr/>
    </dgm:pt>
    <dgm:pt modelId="{5CD393A8-C0DF-4EC3-9020-EBEDB4972091}" type="pres">
      <dgm:prSet presAssocID="{4C6E3168-B84A-44BE-A840-CDD495E5DAD9}" presName="compositeNode" presStyleCnt="0"/>
      <dgm:spPr/>
    </dgm:pt>
    <dgm:pt modelId="{F53060F6-DB8B-4633-AF5C-8ED1CA518FB7}" type="pres">
      <dgm:prSet presAssocID="{4C6E3168-B84A-44BE-A840-CDD495E5DAD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50FFA0A-E9F2-43E8-87E1-AA638D74532F}" type="pres">
      <dgm:prSet presAssocID="{4C6E3168-B84A-44BE-A840-CDD495E5DAD9}" presName="parSh" presStyleCnt="0"/>
      <dgm:spPr/>
    </dgm:pt>
    <dgm:pt modelId="{2ED21C9D-60EE-485A-AAD2-7D15F3C12B42}" type="pres">
      <dgm:prSet presAssocID="{4C6E3168-B84A-44BE-A840-CDD495E5DAD9}" presName="lineNode" presStyleLbl="alignAccFollowNode1" presStyleIdx="9" presStyleCnt="15"/>
      <dgm:spPr/>
    </dgm:pt>
    <dgm:pt modelId="{152C55FE-9E6E-477F-B7BA-BE5AE22AAA4B}" type="pres">
      <dgm:prSet presAssocID="{4C6E3168-B84A-44BE-A840-CDD495E5DAD9}" presName="lineArrowNode" presStyleLbl="alignAccFollowNode1" presStyleIdx="10" presStyleCnt="15"/>
      <dgm:spPr/>
    </dgm:pt>
    <dgm:pt modelId="{CAB36233-F349-4261-A4D4-7DF3DB3C922C}" type="pres">
      <dgm:prSet presAssocID="{AC00D4B2-276D-4B9E-A5DA-8ED90034BB39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7DDDA4F8-AE7F-4C73-9FFA-2E7269910A24}" type="pres">
      <dgm:prSet presAssocID="{AC00D4B2-276D-4B9E-A5DA-8ED90034BB39}" presName="spacerBetweenCircleAndCallout" presStyleCnt="0">
        <dgm:presLayoutVars/>
      </dgm:prSet>
      <dgm:spPr/>
    </dgm:pt>
    <dgm:pt modelId="{DD16BD14-46AB-48A2-99E8-56E0DA4AD026}" type="pres">
      <dgm:prSet presAssocID="{4C6E3168-B84A-44BE-A840-CDD495E5DAD9}" presName="nodeText" presStyleLbl="alignAccFollowNode1" presStyleIdx="11" presStyleCnt="15">
        <dgm:presLayoutVars>
          <dgm:bulletEnabled val="1"/>
        </dgm:presLayoutVars>
      </dgm:prSet>
      <dgm:spPr/>
    </dgm:pt>
    <dgm:pt modelId="{124549A6-987F-4C19-BE06-01F797B9A0CB}" type="pres">
      <dgm:prSet presAssocID="{AC00D4B2-276D-4B9E-A5DA-8ED90034BB39}" presName="sibTransComposite" presStyleCnt="0"/>
      <dgm:spPr/>
    </dgm:pt>
    <dgm:pt modelId="{5B3DC3A8-2464-4256-9F4A-DC33944378D7}" type="pres">
      <dgm:prSet presAssocID="{9D89929E-75E5-4F0B-AB55-E857C0D2C4A2}" presName="compositeNode" presStyleCnt="0"/>
      <dgm:spPr/>
    </dgm:pt>
    <dgm:pt modelId="{AAFE350F-BAEC-48B5-BE33-B6FEE524F6B9}" type="pres">
      <dgm:prSet presAssocID="{9D89929E-75E5-4F0B-AB55-E857C0D2C4A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12A110C-1650-4FD5-B0E6-96C88FF56067}" type="pres">
      <dgm:prSet presAssocID="{9D89929E-75E5-4F0B-AB55-E857C0D2C4A2}" presName="parSh" presStyleCnt="0"/>
      <dgm:spPr/>
    </dgm:pt>
    <dgm:pt modelId="{46A81505-EBCA-4B97-B4A8-BD5279B5FA73}" type="pres">
      <dgm:prSet presAssocID="{9D89929E-75E5-4F0B-AB55-E857C0D2C4A2}" presName="lineNode" presStyleLbl="alignAccFollowNode1" presStyleIdx="12" presStyleCnt="15"/>
      <dgm:spPr/>
    </dgm:pt>
    <dgm:pt modelId="{799A3271-9CC2-41DE-9FA4-77793BD06CA5}" type="pres">
      <dgm:prSet presAssocID="{9D89929E-75E5-4F0B-AB55-E857C0D2C4A2}" presName="lineArrowNode" presStyleLbl="alignAccFollowNode1" presStyleIdx="13" presStyleCnt="15"/>
      <dgm:spPr/>
    </dgm:pt>
    <dgm:pt modelId="{D5820AC5-65C6-4D17-A4A6-F0128F669FD6}" type="pres">
      <dgm:prSet presAssocID="{DFD58EE5-B27F-4A01-98F9-794D023C9BBA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B6A0BDF7-4A91-457A-9A7E-F8EFF5CCE43A}" type="pres">
      <dgm:prSet presAssocID="{DFD58EE5-B27F-4A01-98F9-794D023C9BBA}" presName="spacerBetweenCircleAndCallout" presStyleCnt="0">
        <dgm:presLayoutVars/>
      </dgm:prSet>
      <dgm:spPr/>
    </dgm:pt>
    <dgm:pt modelId="{3EF3FE7A-7324-47D2-B87B-E439540E4C18}" type="pres">
      <dgm:prSet presAssocID="{9D89929E-75E5-4F0B-AB55-E857C0D2C4A2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FD84F80A-0F7D-494A-B51D-9E3FCBF98E52}" srcId="{5A8B7938-C893-4E49-87FD-5D656B9C8A7A}" destId="{080FB352-11B5-4A4C-8DC8-7A574A84BDF2}" srcOrd="1" destOrd="0" parTransId="{BA5311ED-EAB2-46F5-82DA-35AEB395F63C}" sibTransId="{6D86D0D3-639D-4ADE-AB81-D8B5EF854B98}"/>
    <dgm:cxn modelId="{768C250D-5101-4A3E-B5EB-3994464E32AB}" type="presOf" srcId="{AC00D4B2-276D-4B9E-A5DA-8ED90034BB39}" destId="{CAB36233-F349-4261-A4D4-7DF3DB3C922C}" srcOrd="0" destOrd="0" presId="urn:microsoft.com/office/officeart/2016/7/layout/LinearArrowProcessNumbered"/>
    <dgm:cxn modelId="{9E2ECC15-55B1-4C1A-A500-1275CDE83329}" type="presOf" srcId="{6D86D0D3-639D-4ADE-AB81-D8B5EF854B98}" destId="{338D30E0-BBD5-48C9-908F-2A003720222B}" srcOrd="0" destOrd="0" presId="urn:microsoft.com/office/officeart/2016/7/layout/LinearArrowProcessNumbered"/>
    <dgm:cxn modelId="{605D7C16-4392-4941-BC6A-02452CEF06C9}" srcId="{5A8B7938-C893-4E49-87FD-5D656B9C8A7A}" destId="{9D89929E-75E5-4F0B-AB55-E857C0D2C4A2}" srcOrd="4" destOrd="0" parTransId="{9A6A3DFA-F4BF-4627-835F-BF709E5EE73A}" sibTransId="{DFD58EE5-B27F-4A01-98F9-794D023C9BBA}"/>
    <dgm:cxn modelId="{9A406120-9430-42EA-BC2E-421E4A4167C6}" type="presOf" srcId="{9D89929E-75E5-4F0B-AB55-E857C0D2C4A2}" destId="{3EF3FE7A-7324-47D2-B87B-E439540E4C18}" srcOrd="0" destOrd="0" presId="urn:microsoft.com/office/officeart/2016/7/layout/LinearArrowProcessNumbered"/>
    <dgm:cxn modelId="{C6E9FA20-237B-4020-9D5A-478EBD80B5B3}" type="presOf" srcId="{506C0B3C-2AF2-41E0-8D3D-3A6F855F21D6}" destId="{336B08F6-9B97-45CC-A431-5C3A056961D5}" srcOrd="0" destOrd="0" presId="urn:microsoft.com/office/officeart/2016/7/layout/LinearArrowProcessNumbered"/>
    <dgm:cxn modelId="{D589FF5E-2877-4A36-84C7-5496BE1D8683}" type="presOf" srcId="{DFD58EE5-B27F-4A01-98F9-794D023C9BBA}" destId="{D5820AC5-65C6-4D17-A4A6-F0128F669FD6}" srcOrd="0" destOrd="0" presId="urn:microsoft.com/office/officeart/2016/7/layout/LinearArrowProcessNumbered"/>
    <dgm:cxn modelId="{C174337E-D5E8-47D6-93A7-19D02626232C}" srcId="{5A8B7938-C893-4E49-87FD-5D656B9C8A7A}" destId="{18EFCA26-EA51-42C4-8D45-06BB66B602AD}" srcOrd="0" destOrd="0" parTransId="{7016A863-26E8-42C2-AF3B-239A003986AB}" sibTransId="{272FFCF6-BE2A-4965-A63D-E0AC60E0434E}"/>
    <dgm:cxn modelId="{9AABD289-C389-40BB-B1E2-3396D7E55069}" type="presOf" srcId="{25ED87F8-21CB-4A8E-A5C6-054777BE7A9E}" destId="{4F4C98DA-FB97-4D3F-A1C6-1DE4958E8CE1}" srcOrd="0" destOrd="0" presId="urn:microsoft.com/office/officeart/2016/7/layout/LinearArrowProcessNumbered"/>
    <dgm:cxn modelId="{FDD7A8A6-A70C-47F4-A957-8105C9869A9A}" type="presOf" srcId="{272FFCF6-BE2A-4965-A63D-E0AC60E0434E}" destId="{41664767-28FE-41CD-A5C6-B965A3DFE1DB}" srcOrd="0" destOrd="0" presId="urn:microsoft.com/office/officeart/2016/7/layout/LinearArrowProcessNumbered"/>
    <dgm:cxn modelId="{F0796AAF-387F-4B02-9388-CF53E52E53AC}" type="presOf" srcId="{5A8B7938-C893-4E49-87FD-5D656B9C8A7A}" destId="{8E77BBE3-69EC-4483-82C0-02B98B9B52BF}" srcOrd="0" destOrd="0" presId="urn:microsoft.com/office/officeart/2016/7/layout/LinearArrowProcessNumbered"/>
    <dgm:cxn modelId="{D5D4F9B3-5D29-4BDD-A32C-FFC448CCB60E}" type="presOf" srcId="{080FB352-11B5-4A4C-8DC8-7A574A84BDF2}" destId="{4EAD564E-EA5A-4373-A2DD-E9ED43D2DB77}" srcOrd="0" destOrd="0" presId="urn:microsoft.com/office/officeart/2016/7/layout/LinearArrowProcessNumbered"/>
    <dgm:cxn modelId="{769BC8D8-9C1D-4C48-B802-FEED91C99AB2}" srcId="{5A8B7938-C893-4E49-87FD-5D656B9C8A7A}" destId="{4C6E3168-B84A-44BE-A840-CDD495E5DAD9}" srcOrd="3" destOrd="0" parTransId="{FB84338C-3962-43D2-9573-D63B8934B354}" sibTransId="{AC00D4B2-276D-4B9E-A5DA-8ED90034BB39}"/>
    <dgm:cxn modelId="{ED8D38EB-FA87-4562-A0DE-2C85953DACA7}" type="presOf" srcId="{18EFCA26-EA51-42C4-8D45-06BB66B602AD}" destId="{AD09F1BA-6662-4E78-9427-11B094C7D51C}" srcOrd="0" destOrd="0" presId="urn:microsoft.com/office/officeart/2016/7/layout/LinearArrowProcessNumbered"/>
    <dgm:cxn modelId="{C71DF0ED-4C19-4745-853B-2439518984B5}" type="presOf" srcId="{4C6E3168-B84A-44BE-A840-CDD495E5DAD9}" destId="{DD16BD14-46AB-48A2-99E8-56E0DA4AD026}" srcOrd="0" destOrd="0" presId="urn:microsoft.com/office/officeart/2016/7/layout/LinearArrowProcessNumbered"/>
    <dgm:cxn modelId="{D0A245F8-3D3D-483C-9714-CD5CFDA2E554}" srcId="{5A8B7938-C893-4E49-87FD-5D656B9C8A7A}" destId="{506C0B3C-2AF2-41E0-8D3D-3A6F855F21D6}" srcOrd="2" destOrd="0" parTransId="{FC49CDB5-9EDB-46F8-B555-8692ED2D6ABD}" sibTransId="{25ED87F8-21CB-4A8E-A5C6-054777BE7A9E}"/>
    <dgm:cxn modelId="{AEE12DD1-8FA5-4DEA-A6C1-58522A33293A}" type="presParOf" srcId="{8E77BBE3-69EC-4483-82C0-02B98B9B52BF}" destId="{3755A41A-66A2-41F3-BEA3-36458908AB5F}" srcOrd="0" destOrd="0" presId="urn:microsoft.com/office/officeart/2016/7/layout/LinearArrowProcessNumbered"/>
    <dgm:cxn modelId="{A9CE9002-8ED9-4FE4-A921-D2FEAFD98BC1}" type="presParOf" srcId="{3755A41A-66A2-41F3-BEA3-36458908AB5F}" destId="{13E8CFF8-281C-4EC1-A64E-C59FD94BA5ED}" srcOrd="0" destOrd="0" presId="urn:microsoft.com/office/officeart/2016/7/layout/LinearArrowProcessNumbered"/>
    <dgm:cxn modelId="{F25CA6A2-D577-4A66-8121-2A945592E9E4}" type="presParOf" srcId="{3755A41A-66A2-41F3-BEA3-36458908AB5F}" destId="{DDA0C183-B43B-4C1B-83B1-A118BCB261A9}" srcOrd="1" destOrd="0" presId="urn:microsoft.com/office/officeart/2016/7/layout/LinearArrowProcessNumbered"/>
    <dgm:cxn modelId="{452D6967-7251-4F7D-8920-915F7E012E91}" type="presParOf" srcId="{DDA0C183-B43B-4C1B-83B1-A118BCB261A9}" destId="{3D4F29C1-C9AE-4221-9823-B27CE0BAA055}" srcOrd="0" destOrd="0" presId="urn:microsoft.com/office/officeart/2016/7/layout/LinearArrowProcessNumbered"/>
    <dgm:cxn modelId="{21ED1254-697E-4FF2-93E0-D5C867484C2A}" type="presParOf" srcId="{DDA0C183-B43B-4C1B-83B1-A118BCB261A9}" destId="{C3115FBA-7C9D-426E-A1AB-063149CFB02C}" srcOrd="1" destOrd="0" presId="urn:microsoft.com/office/officeart/2016/7/layout/LinearArrowProcessNumbered"/>
    <dgm:cxn modelId="{0FFDDEDF-AC27-460B-95C3-08E213D30360}" type="presParOf" srcId="{DDA0C183-B43B-4C1B-83B1-A118BCB261A9}" destId="{41664767-28FE-41CD-A5C6-B965A3DFE1DB}" srcOrd="2" destOrd="0" presId="urn:microsoft.com/office/officeart/2016/7/layout/LinearArrowProcessNumbered"/>
    <dgm:cxn modelId="{E163F6D8-EF98-4B92-B79A-2BCF1BF860AD}" type="presParOf" srcId="{DDA0C183-B43B-4C1B-83B1-A118BCB261A9}" destId="{72656EF7-6C72-4C77-A9B9-30AB1F68B496}" srcOrd="3" destOrd="0" presId="urn:microsoft.com/office/officeart/2016/7/layout/LinearArrowProcessNumbered"/>
    <dgm:cxn modelId="{2FC47143-1167-40BD-9A3E-798F1DB88A72}" type="presParOf" srcId="{3755A41A-66A2-41F3-BEA3-36458908AB5F}" destId="{AD09F1BA-6662-4E78-9427-11B094C7D51C}" srcOrd="2" destOrd="0" presId="urn:microsoft.com/office/officeart/2016/7/layout/LinearArrowProcessNumbered"/>
    <dgm:cxn modelId="{CD1144F4-753C-40A4-86C0-3BC5D5ECDC7D}" type="presParOf" srcId="{8E77BBE3-69EC-4483-82C0-02B98B9B52BF}" destId="{9596562A-154E-4155-911A-D249A9D66EA9}" srcOrd="1" destOrd="0" presId="urn:microsoft.com/office/officeart/2016/7/layout/LinearArrowProcessNumbered"/>
    <dgm:cxn modelId="{08742548-D3FF-4108-AA01-021B61153440}" type="presParOf" srcId="{8E77BBE3-69EC-4483-82C0-02B98B9B52BF}" destId="{6788C6FF-5243-48E0-B8D6-F38CE9C79AC5}" srcOrd="2" destOrd="0" presId="urn:microsoft.com/office/officeart/2016/7/layout/LinearArrowProcessNumbered"/>
    <dgm:cxn modelId="{185ABFA4-C5B8-475D-9976-FF62DCD54E14}" type="presParOf" srcId="{6788C6FF-5243-48E0-B8D6-F38CE9C79AC5}" destId="{201D8083-428D-4E09-8B86-A34DDC456FF7}" srcOrd="0" destOrd="0" presId="urn:microsoft.com/office/officeart/2016/7/layout/LinearArrowProcessNumbered"/>
    <dgm:cxn modelId="{F570EA10-536E-41EF-A972-7E922959A4BC}" type="presParOf" srcId="{6788C6FF-5243-48E0-B8D6-F38CE9C79AC5}" destId="{B53FC2B1-74C0-499E-A5CA-49F67D53340C}" srcOrd="1" destOrd="0" presId="urn:microsoft.com/office/officeart/2016/7/layout/LinearArrowProcessNumbered"/>
    <dgm:cxn modelId="{C6206E54-90AE-487F-ADAB-491346361944}" type="presParOf" srcId="{B53FC2B1-74C0-499E-A5CA-49F67D53340C}" destId="{E0C140BC-2CBD-4130-BDE9-F941037C67A2}" srcOrd="0" destOrd="0" presId="urn:microsoft.com/office/officeart/2016/7/layout/LinearArrowProcessNumbered"/>
    <dgm:cxn modelId="{351847A5-9707-46EA-996D-9D635BC58623}" type="presParOf" srcId="{B53FC2B1-74C0-499E-A5CA-49F67D53340C}" destId="{BD814091-26AD-4092-8485-A101653C8E96}" srcOrd="1" destOrd="0" presId="urn:microsoft.com/office/officeart/2016/7/layout/LinearArrowProcessNumbered"/>
    <dgm:cxn modelId="{7B68C3CB-DCCA-4C82-B19F-6A24D92A8E0D}" type="presParOf" srcId="{B53FC2B1-74C0-499E-A5CA-49F67D53340C}" destId="{338D30E0-BBD5-48C9-908F-2A003720222B}" srcOrd="2" destOrd="0" presId="urn:microsoft.com/office/officeart/2016/7/layout/LinearArrowProcessNumbered"/>
    <dgm:cxn modelId="{CD5B34A7-C9A7-4372-91B2-30175C87E763}" type="presParOf" srcId="{B53FC2B1-74C0-499E-A5CA-49F67D53340C}" destId="{33963D83-83E0-4835-AA9A-12267CD32D7A}" srcOrd="3" destOrd="0" presId="urn:microsoft.com/office/officeart/2016/7/layout/LinearArrowProcessNumbered"/>
    <dgm:cxn modelId="{3CC9A652-7378-4BF5-A342-3165599372AF}" type="presParOf" srcId="{6788C6FF-5243-48E0-B8D6-F38CE9C79AC5}" destId="{4EAD564E-EA5A-4373-A2DD-E9ED43D2DB77}" srcOrd="2" destOrd="0" presId="urn:microsoft.com/office/officeart/2016/7/layout/LinearArrowProcessNumbered"/>
    <dgm:cxn modelId="{55F1AB5F-AF2C-4AB2-B9A8-1C1408001E59}" type="presParOf" srcId="{8E77BBE3-69EC-4483-82C0-02B98B9B52BF}" destId="{DDFDAC39-3AEF-460A-A92C-DF400607CF94}" srcOrd="3" destOrd="0" presId="urn:microsoft.com/office/officeart/2016/7/layout/LinearArrowProcessNumbered"/>
    <dgm:cxn modelId="{87150476-3ED8-40A2-9242-819B52E14846}" type="presParOf" srcId="{8E77BBE3-69EC-4483-82C0-02B98B9B52BF}" destId="{407358E7-DD55-4D51-9BAD-EFB170B9DF48}" srcOrd="4" destOrd="0" presId="urn:microsoft.com/office/officeart/2016/7/layout/LinearArrowProcessNumbered"/>
    <dgm:cxn modelId="{B88F3A9D-6F82-4953-B674-1EDE3986A9F6}" type="presParOf" srcId="{407358E7-DD55-4D51-9BAD-EFB170B9DF48}" destId="{09F9BC80-095C-4313-A056-403CD00B56C5}" srcOrd="0" destOrd="0" presId="urn:microsoft.com/office/officeart/2016/7/layout/LinearArrowProcessNumbered"/>
    <dgm:cxn modelId="{F6A9089A-C50E-4BF5-A196-1BEA45D888B2}" type="presParOf" srcId="{407358E7-DD55-4D51-9BAD-EFB170B9DF48}" destId="{4A22C1A1-1E02-412E-9E19-7F289CF93879}" srcOrd="1" destOrd="0" presId="urn:microsoft.com/office/officeart/2016/7/layout/LinearArrowProcessNumbered"/>
    <dgm:cxn modelId="{EA02B59E-97A5-4B1E-9536-A5F10EBFCF87}" type="presParOf" srcId="{4A22C1A1-1E02-412E-9E19-7F289CF93879}" destId="{5E96C48C-99FA-4072-9DF6-A249B35FFBC5}" srcOrd="0" destOrd="0" presId="urn:microsoft.com/office/officeart/2016/7/layout/LinearArrowProcessNumbered"/>
    <dgm:cxn modelId="{6596D312-9BE5-4B8F-BA3A-64EE791B8D23}" type="presParOf" srcId="{4A22C1A1-1E02-412E-9E19-7F289CF93879}" destId="{C83F63AD-A837-4677-B16F-C9BA38443DBD}" srcOrd="1" destOrd="0" presId="urn:microsoft.com/office/officeart/2016/7/layout/LinearArrowProcessNumbered"/>
    <dgm:cxn modelId="{DD48F8B5-3DCC-42F0-B08E-2AFAC4CFC7B0}" type="presParOf" srcId="{4A22C1A1-1E02-412E-9E19-7F289CF93879}" destId="{4F4C98DA-FB97-4D3F-A1C6-1DE4958E8CE1}" srcOrd="2" destOrd="0" presId="urn:microsoft.com/office/officeart/2016/7/layout/LinearArrowProcessNumbered"/>
    <dgm:cxn modelId="{43355861-6AA0-4160-AD51-DABFB302AB0A}" type="presParOf" srcId="{4A22C1A1-1E02-412E-9E19-7F289CF93879}" destId="{7FCD375D-0B3F-4CC2-BFBA-6A0B2B283894}" srcOrd="3" destOrd="0" presId="urn:microsoft.com/office/officeart/2016/7/layout/LinearArrowProcessNumbered"/>
    <dgm:cxn modelId="{8093D4A0-43E7-4CE7-A64C-EC7323C9E20A}" type="presParOf" srcId="{407358E7-DD55-4D51-9BAD-EFB170B9DF48}" destId="{336B08F6-9B97-45CC-A431-5C3A056961D5}" srcOrd="2" destOrd="0" presId="urn:microsoft.com/office/officeart/2016/7/layout/LinearArrowProcessNumbered"/>
    <dgm:cxn modelId="{68954B36-D121-4728-BE5E-C67F13324ADA}" type="presParOf" srcId="{8E77BBE3-69EC-4483-82C0-02B98B9B52BF}" destId="{22879BB8-1D62-4FFB-BDA5-A4FB4826152F}" srcOrd="5" destOrd="0" presId="urn:microsoft.com/office/officeart/2016/7/layout/LinearArrowProcessNumbered"/>
    <dgm:cxn modelId="{239F3636-0300-4B9C-8302-5663FE338425}" type="presParOf" srcId="{8E77BBE3-69EC-4483-82C0-02B98B9B52BF}" destId="{5CD393A8-C0DF-4EC3-9020-EBEDB4972091}" srcOrd="6" destOrd="0" presId="urn:microsoft.com/office/officeart/2016/7/layout/LinearArrowProcessNumbered"/>
    <dgm:cxn modelId="{CA666D22-B702-4AD7-A1B3-A935BA77ADE6}" type="presParOf" srcId="{5CD393A8-C0DF-4EC3-9020-EBEDB4972091}" destId="{F53060F6-DB8B-4633-AF5C-8ED1CA518FB7}" srcOrd="0" destOrd="0" presId="urn:microsoft.com/office/officeart/2016/7/layout/LinearArrowProcessNumbered"/>
    <dgm:cxn modelId="{6EFC2930-C31F-4F09-BBA5-A750616C3211}" type="presParOf" srcId="{5CD393A8-C0DF-4EC3-9020-EBEDB4972091}" destId="{250FFA0A-E9F2-43E8-87E1-AA638D74532F}" srcOrd="1" destOrd="0" presId="urn:microsoft.com/office/officeart/2016/7/layout/LinearArrowProcessNumbered"/>
    <dgm:cxn modelId="{0C2D7671-380F-4AC1-AB01-8BB96B885FC9}" type="presParOf" srcId="{250FFA0A-E9F2-43E8-87E1-AA638D74532F}" destId="{2ED21C9D-60EE-485A-AAD2-7D15F3C12B42}" srcOrd="0" destOrd="0" presId="urn:microsoft.com/office/officeart/2016/7/layout/LinearArrowProcessNumbered"/>
    <dgm:cxn modelId="{D7DB8900-30DF-4A98-AAAB-50953E67056E}" type="presParOf" srcId="{250FFA0A-E9F2-43E8-87E1-AA638D74532F}" destId="{152C55FE-9E6E-477F-B7BA-BE5AE22AAA4B}" srcOrd="1" destOrd="0" presId="urn:microsoft.com/office/officeart/2016/7/layout/LinearArrowProcessNumbered"/>
    <dgm:cxn modelId="{11F1FD41-B016-4D2C-B03A-5F853032FBBE}" type="presParOf" srcId="{250FFA0A-E9F2-43E8-87E1-AA638D74532F}" destId="{CAB36233-F349-4261-A4D4-7DF3DB3C922C}" srcOrd="2" destOrd="0" presId="urn:microsoft.com/office/officeart/2016/7/layout/LinearArrowProcessNumbered"/>
    <dgm:cxn modelId="{E7A6A3E2-A7B0-4932-8EA2-41890C25CC06}" type="presParOf" srcId="{250FFA0A-E9F2-43E8-87E1-AA638D74532F}" destId="{7DDDA4F8-AE7F-4C73-9FFA-2E7269910A24}" srcOrd="3" destOrd="0" presId="urn:microsoft.com/office/officeart/2016/7/layout/LinearArrowProcessNumbered"/>
    <dgm:cxn modelId="{596AE0E6-D8C4-462F-A7D1-99F8C3A21327}" type="presParOf" srcId="{5CD393A8-C0DF-4EC3-9020-EBEDB4972091}" destId="{DD16BD14-46AB-48A2-99E8-56E0DA4AD026}" srcOrd="2" destOrd="0" presId="urn:microsoft.com/office/officeart/2016/7/layout/LinearArrowProcessNumbered"/>
    <dgm:cxn modelId="{A4D6C084-F4F4-4588-90D6-AA53DE0B82B9}" type="presParOf" srcId="{8E77BBE3-69EC-4483-82C0-02B98B9B52BF}" destId="{124549A6-987F-4C19-BE06-01F797B9A0CB}" srcOrd="7" destOrd="0" presId="urn:microsoft.com/office/officeart/2016/7/layout/LinearArrowProcessNumbered"/>
    <dgm:cxn modelId="{9008EB49-13A3-4B29-870B-56A79BA0136B}" type="presParOf" srcId="{8E77BBE3-69EC-4483-82C0-02B98B9B52BF}" destId="{5B3DC3A8-2464-4256-9F4A-DC33944378D7}" srcOrd="8" destOrd="0" presId="urn:microsoft.com/office/officeart/2016/7/layout/LinearArrowProcessNumbered"/>
    <dgm:cxn modelId="{91D45DC6-082A-4980-8D9E-4817A07B651E}" type="presParOf" srcId="{5B3DC3A8-2464-4256-9F4A-DC33944378D7}" destId="{AAFE350F-BAEC-48B5-BE33-B6FEE524F6B9}" srcOrd="0" destOrd="0" presId="urn:microsoft.com/office/officeart/2016/7/layout/LinearArrowProcessNumbered"/>
    <dgm:cxn modelId="{A2064782-E870-4136-AD7E-DEBA87D1B590}" type="presParOf" srcId="{5B3DC3A8-2464-4256-9F4A-DC33944378D7}" destId="{112A110C-1650-4FD5-B0E6-96C88FF56067}" srcOrd="1" destOrd="0" presId="urn:microsoft.com/office/officeart/2016/7/layout/LinearArrowProcessNumbered"/>
    <dgm:cxn modelId="{1096C2F6-A185-48E6-9EC4-08009A00129E}" type="presParOf" srcId="{112A110C-1650-4FD5-B0E6-96C88FF56067}" destId="{46A81505-EBCA-4B97-B4A8-BD5279B5FA73}" srcOrd="0" destOrd="0" presId="urn:microsoft.com/office/officeart/2016/7/layout/LinearArrowProcessNumbered"/>
    <dgm:cxn modelId="{1509626A-59B9-4AA5-A30A-3694A63EAE62}" type="presParOf" srcId="{112A110C-1650-4FD5-B0E6-96C88FF56067}" destId="{799A3271-9CC2-41DE-9FA4-77793BD06CA5}" srcOrd="1" destOrd="0" presId="urn:microsoft.com/office/officeart/2016/7/layout/LinearArrowProcessNumbered"/>
    <dgm:cxn modelId="{B738F266-7C50-4A97-84FB-BE2DD6880A7F}" type="presParOf" srcId="{112A110C-1650-4FD5-B0E6-96C88FF56067}" destId="{D5820AC5-65C6-4D17-A4A6-F0128F669FD6}" srcOrd="2" destOrd="0" presId="urn:microsoft.com/office/officeart/2016/7/layout/LinearArrowProcessNumbered"/>
    <dgm:cxn modelId="{8471EDFA-8CB7-4BC7-8CBD-E7A7A7966812}" type="presParOf" srcId="{112A110C-1650-4FD5-B0E6-96C88FF56067}" destId="{B6A0BDF7-4A91-457A-9A7E-F8EFF5CCE43A}" srcOrd="3" destOrd="0" presId="urn:microsoft.com/office/officeart/2016/7/layout/LinearArrowProcessNumbered"/>
    <dgm:cxn modelId="{4C382A6F-E4C6-4356-ABD1-082F0ACB8B2E}" type="presParOf" srcId="{5B3DC3A8-2464-4256-9F4A-DC33944378D7}" destId="{3EF3FE7A-7324-47D2-B87B-E439540E4C1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473399-0D74-463D-AAB7-3D5713BBFC8A}">
      <dsp:nvSpPr>
        <dsp:cNvPr id="0" name=""/>
        <dsp:cNvSpPr/>
      </dsp:nvSpPr>
      <dsp:spPr>
        <a:xfrm>
          <a:off x="0" y="600794"/>
          <a:ext cx="10753725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300" kern="1200"/>
            <a:t>Am realizat o versiune copie a jocului Candy Crush, în Python</a:t>
          </a:r>
          <a:endParaRPr lang="en-US" sz="3300" kern="1200"/>
        </a:p>
      </dsp:txBody>
      <dsp:txXfrm>
        <a:off x="38638" y="639432"/>
        <a:ext cx="10676449" cy="714229"/>
      </dsp:txXfrm>
    </dsp:sp>
    <dsp:sp modelId="{D6899160-D5D9-4857-A0C1-BC3C183153C4}">
      <dsp:nvSpPr>
        <dsp:cNvPr id="0" name=""/>
        <dsp:cNvSpPr/>
      </dsp:nvSpPr>
      <dsp:spPr>
        <a:xfrm>
          <a:off x="0" y="1487340"/>
          <a:ext cx="10753725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300" kern="1200" dirty="0"/>
            <a:t>Aceasta demonstrează logica de bază a match-urilor </a:t>
          </a:r>
          <a:endParaRPr lang="en-US" sz="3300" kern="1200" dirty="0"/>
        </a:p>
      </dsp:txBody>
      <dsp:txXfrm>
        <a:off x="38638" y="1525978"/>
        <a:ext cx="10676449" cy="714229"/>
      </dsp:txXfrm>
    </dsp:sp>
    <dsp:sp modelId="{9B13D8F0-B3A5-4EA4-9767-3B07BF2E6DD2}">
      <dsp:nvSpPr>
        <dsp:cNvPr id="0" name=""/>
        <dsp:cNvSpPr/>
      </dsp:nvSpPr>
      <dsp:spPr>
        <a:xfrm>
          <a:off x="0" y="2373885"/>
          <a:ext cx="10753725" cy="7915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300" kern="1200"/>
            <a:t>Sunt folosite animații simple</a:t>
          </a:r>
          <a:endParaRPr lang="en-US" sz="3300" kern="1200"/>
        </a:p>
      </dsp:txBody>
      <dsp:txXfrm>
        <a:off x="38638" y="2412523"/>
        <a:ext cx="10676449" cy="7142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68D3F7-1FED-48A6-A0C7-8CDADB24D605}">
      <dsp:nvSpPr>
        <dsp:cNvPr id="0" name=""/>
        <dsp:cNvSpPr/>
      </dsp:nvSpPr>
      <dsp:spPr>
        <a:xfrm>
          <a:off x="0" y="0"/>
          <a:ext cx="3360539" cy="359923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01" tIns="330200" rIns="2620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Crearea unui joc vizual similar Candy Crush</a:t>
          </a:r>
          <a:endParaRPr lang="en-US" sz="2600" kern="1200"/>
        </a:p>
      </dsp:txBody>
      <dsp:txXfrm>
        <a:off x="0" y="1367708"/>
        <a:ext cx="3360539" cy="2159540"/>
      </dsp:txXfrm>
    </dsp:sp>
    <dsp:sp modelId="{FDC27870-8A8C-4FA7-8D86-A26A60E8EE20}">
      <dsp:nvSpPr>
        <dsp:cNvPr id="0" name=""/>
        <dsp:cNvSpPr/>
      </dsp:nvSpPr>
      <dsp:spPr>
        <a:xfrm>
          <a:off x="1140384" y="359923"/>
          <a:ext cx="1079770" cy="107977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183" tIns="12700" rIns="8418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98513" y="518052"/>
        <a:ext cx="763512" cy="763512"/>
      </dsp:txXfrm>
    </dsp:sp>
    <dsp:sp modelId="{523C3DAC-607E-4096-A710-D46AB5EEC53C}">
      <dsp:nvSpPr>
        <dsp:cNvPr id="0" name=""/>
        <dsp:cNvSpPr/>
      </dsp:nvSpPr>
      <dsp:spPr>
        <a:xfrm>
          <a:off x="0" y="3599162"/>
          <a:ext cx="336053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FC0244-8BE6-42CA-8068-47B176D45EBC}">
      <dsp:nvSpPr>
        <dsp:cNvPr id="0" name=""/>
        <dsp:cNvSpPr/>
      </dsp:nvSpPr>
      <dsp:spPr>
        <a:xfrm>
          <a:off x="3696592" y="0"/>
          <a:ext cx="3360539" cy="359923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01" tIns="330200" rIns="2620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 dirty="0"/>
            <a:t>Implementarea unui algoritm de detectare a match-urilor (combinațiilor)</a:t>
          </a:r>
          <a:endParaRPr lang="en-US" sz="2600" kern="1200" dirty="0"/>
        </a:p>
      </dsp:txBody>
      <dsp:txXfrm>
        <a:off x="3696592" y="1367708"/>
        <a:ext cx="3360539" cy="2159540"/>
      </dsp:txXfrm>
    </dsp:sp>
    <dsp:sp modelId="{1DD6F633-96FA-4E37-A882-DA820217F567}">
      <dsp:nvSpPr>
        <dsp:cNvPr id="0" name=""/>
        <dsp:cNvSpPr/>
      </dsp:nvSpPr>
      <dsp:spPr>
        <a:xfrm>
          <a:off x="4836977" y="359923"/>
          <a:ext cx="1079770" cy="107977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183" tIns="12700" rIns="8418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995106" y="518052"/>
        <a:ext cx="763512" cy="763512"/>
      </dsp:txXfrm>
    </dsp:sp>
    <dsp:sp modelId="{AF2864C5-ADBD-42E1-BA29-7D22A5F9EC67}">
      <dsp:nvSpPr>
        <dsp:cNvPr id="0" name=""/>
        <dsp:cNvSpPr/>
      </dsp:nvSpPr>
      <dsp:spPr>
        <a:xfrm>
          <a:off x="3696592" y="3599162"/>
          <a:ext cx="336053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7D2D08-6D28-4E0F-8E2F-D1B1F9C41D18}">
      <dsp:nvSpPr>
        <dsp:cNvPr id="0" name=""/>
        <dsp:cNvSpPr/>
      </dsp:nvSpPr>
      <dsp:spPr>
        <a:xfrm>
          <a:off x="7393185" y="0"/>
          <a:ext cx="3360539" cy="359923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2001" tIns="330200" rIns="2620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Evidențierea swap-urilor și match-urilor</a:t>
          </a:r>
          <a:endParaRPr lang="en-US" sz="2600" kern="1200"/>
        </a:p>
      </dsp:txBody>
      <dsp:txXfrm>
        <a:off x="7393185" y="1367708"/>
        <a:ext cx="3360539" cy="2159540"/>
      </dsp:txXfrm>
    </dsp:sp>
    <dsp:sp modelId="{D52F3CC1-70D3-4B32-873F-60102CE8C529}">
      <dsp:nvSpPr>
        <dsp:cNvPr id="0" name=""/>
        <dsp:cNvSpPr/>
      </dsp:nvSpPr>
      <dsp:spPr>
        <a:xfrm>
          <a:off x="8533570" y="359923"/>
          <a:ext cx="1079770" cy="107977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4183" tIns="12700" rIns="8418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691699" y="518052"/>
        <a:ext cx="763512" cy="763512"/>
      </dsp:txXfrm>
    </dsp:sp>
    <dsp:sp modelId="{9E401720-EDF8-4110-B69B-E80D658B3EEE}">
      <dsp:nvSpPr>
        <dsp:cNvPr id="0" name=""/>
        <dsp:cNvSpPr/>
      </dsp:nvSpPr>
      <dsp:spPr>
        <a:xfrm>
          <a:off x="7393185" y="3599162"/>
          <a:ext cx="336053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44BAC4-44E2-40A6-8036-0849F563FF1C}">
      <dsp:nvSpPr>
        <dsp:cNvPr id="0" name=""/>
        <dsp:cNvSpPr/>
      </dsp:nvSpPr>
      <dsp:spPr>
        <a:xfrm>
          <a:off x="0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BFD9C7-676D-4080-97CC-EDB3CB049237}">
      <dsp:nvSpPr>
        <dsp:cNvPr id="0" name=""/>
        <dsp:cNvSpPr/>
      </dsp:nvSpPr>
      <dsp:spPr>
        <a:xfrm>
          <a:off x="336053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Tkinter pentru interfața grafică</a:t>
          </a:r>
          <a:endParaRPr lang="en-US" sz="2800" kern="1200"/>
        </a:p>
      </dsp:txBody>
      <dsp:txXfrm>
        <a:off x="392304" y="1055219"/>
        <a:ext cx="2911983" cy="1808046"/>
      </dsp:txXfrm>
    </dsp:sp>
    <dsp:sp modelId="{55FC23A5-B821-482D-82C9-F8C25F5088DD}">
      <dsp:nvSpPr>
        <dsp:cNvPr id="0" name=""/>
        <dsp:cNvSpPr/>
      </dsp:nvSpPr>
      <dsp:spPr>
        <a:xfrm>
          <a:off x="3696592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AE386FD-16A9-4178-8737-30E3028AB4C6}">
      <dsp:nvSpPr>
        <dsp:cNvPr id="0" name=""/>
        <dsp:cNvSpPr/>
      </dsp:nvSpPr>
      <dsp:spPr>
        <a:xfrm>
          <a:off x="4032646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Random pentru generarea aleatorie a bomboanelor</a:t>
          </a:r>
          <a:endParaRPr lang="en-US" sz="2800" kern="1200"/>
        </a:p>
      </dsp:txBody>
      <dsp:txXfrm>
        <a:off x="4088897" y="1055219"/>
        <a:ext cx="2911983" cy="1808046"/>
      </dsp:txXfrm>
    </dsp:sp>
    <dsp:sp modelId="{61072B53-4E76-437D-98E6-9BF0F037BD2A}">
      <dsp:nvSpPr>
        <dsp:cNvPr id="0" name=""/>
        <dsp:cNvSpPr/>
      </dsp:nvSpPr>
      <dsp:spPr>
        <a:xfrm>
          <a:off x="7393185" y="679717"/>
          <a:ext cx="3024485" cy="19205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79D53B2-F8A3-40D2-A628-37B150BB732D}">
      <dsp:nvSpPr>
        <dsp:cNvPr id="0" name=""/>
        <dsp:cNvSpPr/>
      </dsp:nvSpPr>
      <dsp:spPr>
        <a:xfrm>
          <a:off x="7729239" y="998968"/>
          <a:ext cx="3024485" cy="19205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Structuri de date (liste, seturi)</a:t>
          </a:r>
          <a:endParaRPr lang="en-US" sz="2800" kern="1200"/>
        </a:p>
      </dsp:txBody>
      <dsp:txXfrm>
        <a:off x="7785490" y="1055219"/>
        <a:ext cx="2911983" cy="18080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E622E-0375-4FEE-9DCD-DAF22756BB80}">
      <dsp:nvSpPr>
        <dsp:cNvPr id="0" name=""/>
        <dsp:cNvSpPr/>
      </dsp:nvSpPr>
      <dsp:spPr>
        <a:xfrm>
          <a:off x="849" y="0"/>
          <a:ext cx="3440050" cy="35012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801" tIns="0" rIns="3398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Board – logica jocului și matricea de bomboane</a:t>
          </a:r>
          <a:endParaRPr lang="en-US" sz="2600" kern="1200"/>
        </a:p>
      </dsp:txBody>
      <dsp:txXfrm>
        <a:off x="849" y="1400495"/>
        <a:ext cx="3440050" cy="2100742"/>
      </dsp:txXfrm>
    </dsp:sp>
    <dsp:sp modelId="{F24B143A-674F-4DF3-B32A-685168716D69}">
      <dsp:nvSpPr>
        <dsp:cNvPr id="0" name=""/>
        <dsp:cNvSpPr/>
      </dsp:nvSpPr>
      <dsp:spPr>
        <a:xfrm>
          <a:off x="849" y="0"/>
          <a:ext cx="3440050" cy="140049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801" tIns="165100" rIns="33980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49" y="0"/>
        <a:ext cx="3440050" cy="1400495"/>
      </dsp:txXfrm>
    </dsp:sp>
    <dsp:sp modelId="{80323E4E-45C5-4D63-800E-1C19DCF0B8B7}">
      <dsp:nvSpPr>
        <dsp:cNvPr id="0" name=""/>
        <dsp:cNvSpPr/>
      </dsp:nvSpPr>
      <dsp:spPr>
        <a:xfrm>
          <a:off x="3716103" y="0"/>
          <a:ext cx="3440050" cy="35012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801" tIns="0" rIns="3398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Formation – reprezentarea match-urilor</a:t>
          </a:r>
          <a:endParaRPr lang="en-US" sz="2600" kern="1200"/>
        </a:p>
      </dsp:txBody>
      <dsp:txXfrm>
        <a:off x="3716103" y="1400495"/>
        <a:ext cx="3440050" cy="2100742"/>
      </dsp:txXfrm>
    </dsp:sp>
    <dsp:sp modelId="{36E36630-3DC9-4CFC-A1C0-2E5D4F0B8124}">
      <dsp:nvSpPr>
        <dsp:cNvPr id="0" name=""/>
        <dsp:cNvSpPr/>
      </dsp:nvSpPr>
      <dsp:spPr>
        <a:xfrm>
          <a:off x="3716103" y="0"/>
          <a:ext cx="3440050" cy="140049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801" tIns="165100" rIns="33980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16103" y="0"/>
        <a:ext cx="3440050" cy="1400495"/>
      </dsp:txXfrm>
    </dsp:sp>
    <dsp:sp modelId="{B2296E08-DA1E-4F80-A986-9E6BE49DA140}">
      <dsp:nvSpPr>
        <dsp:cNvPr id="0" name=""/>
        <dsp:cNvSpPr/>
      </dsp:nvSpPr>
      <dsp:spPr>
        <a:xfrm>
          <a:off x="7431358" y="0"/>
          <a:ext cx="3440050" cy="35012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7000"/>
                <a:satMod val="100000"/>
                <a:lumMod val="102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hade val="100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0000"/>
                <a:satMod val="100000"/>
                <a:lumMod val="99000"/>
              </a:schemeClr>
            </a:gs>
          </a:gsLst>
          <a:lin ang="27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801" tIns="0" rIns="339801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/>
            <a:t>CandyUI – interfața grafică și logica interacțiunii</a:t>
          </a:r>
          <a:endParaRPr lang="en-US" sz="2600" kern="1200"/>
        </a:p>
      </dsp:txBody>
      <dsp:txXfrm>
        <a:off x="7431358" y="1400495"/>
        <a:ext cx="3440050" cy="2100742"/>
      </dsp:txXfrm>
    </dsp:sp>
    <dsp:sp modelId="{BB48851A-E68E-43B0-9558-FBB39B5550F0}">
      <dsp:nvSpPr>
        <dsp:cNvPr id="0" name=""/>
        <dsp:cNvSpPr/>
      </dsp:nvSpPr>
      <dsp:spPr>
        <a:xfrm>
          <a:off x="7431358" y="0"/>
          <a:ext cx="3440050" cy="140049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39801" tIns="165100" rIns="33980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31358" y="0"/>
        <a:ext cx="3440050" cy="14004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34D618-D074-40CD-8DB4-C23B32400F56}">
      <dsp:nvSpPr>
        <dsp:cNvPr id="0" name=""/>
        <dsp:cNvSpPr/>
      </dsp:nvSpPr>
      <dsp:spPr>
        <a:xfrm>
          <a:off x="0" y="0"/>
          <a:ext cx="8280368" cy="64786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Detectare mutare validă + evidențiere mutare</a:t>
          </a:r>
          <a:endParaRPr lang="en-US" sz="2800" kern="1200"/>
        </a:p>
      </dsp:txBody>
      <dsp:txXfrm>
        <a:off x="18975" y="18975"/>
        <a:ext cx="7505475" cy="609912"/>
      </dsp:txXfrm>
    </dsp:sp>
    <dsp:sp modelId="{735FB751-9354-453D-BE5B-D78E91147BE6}">
      <dsp:nvSpPr>
        <dsp:cNvPr id="0" name=""/>
        <dsp:cNvSpPr/>
      </dsp:nvSpPr>
      <dsp:spPr>
        <a:xfrm>
          <a:off x="618339" y="737842"/>
          <a:ext cx="8280368" cy="6478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Swap celule</a:t>
          </a:r>
          <a:endParaRPr lang="en-US" sz="2800" kern="1200"/>
        </a:p>
      </dsp:txBody>
      <dsp:txXfrm>
        <a:off x="637314" y="756817"/>
        <a:ext cx="7202968" cy="609912"/>
      </dsp:txXfrm>
    </dsp:sp>
    <dsp:sp modelId="{55D4D630-AF10-42FA-AF4A-B4AEA3FF6F58}">
      <dsp:nvSpPr>
        <dsp:cNvPr id="0" name=""/>
        <dsp:cNvSpPr/>
      </dsp:nvSpPr>
      <dsp:spPr>
        <a:xfrm>
          <a:off x="1236678" y="1475685"/>
          <a:ext cx="8280368" cy="64786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Detectare match-uri + evidențiere match-uri</a:t>
          </a:r>
          <a:endParaRPr lang="en-US" sz="2800" kern="1200"/>
        </a:p>
      </dsp:txBody>
      <dsp:txXfrm>
        <a:off x="1255653" y="1494660"/>
        <a:ext cx="7202968" cy="609912"/>
      </dsp:txXfrm>
    </dsp:sp>
    <dsp:sp modelId="{3A047B9C-2947-472F-96E9-659E8E8E8738}">
      <dsp:nvSpPr>
        <dsp:cNvPr id="0" name=""/>
        <dsp:cNvSpPr/>
      </dsp:nvSpPr>
      <dsp:spPr>
        <a:xfrm>
          <a:off x="1855017" y="2213528"/>
          <a:ext cx="8280368" cy="64786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Eliminare bomboane</a:t>
          </a:r>
          <a:endParaRPr lang="en-US" sz="2800" kern="1200"/>
        </a:p>
      </dsp:txBody>
      <dsp:txXfrm>
        <a:off x="1873992" y="2232503"/>
        <a:ext cx="7202968" cy="609912"/>
      </dsp:txXfrm>
    </dsp:sp>
    <dsp:sp modelId="{66ECC1A4-347D-43BE-8939-92A38E3736D7}">
      <dsp:nvSpPr>
        <dsp:cNvPr id="0" name=""/>
        <dsp:cNvSpPr/>
      </dsp:nvSpPr>
      <dsp:spPr>
        <a:xfrm>
          <a:off x="2473356" y="2951371"/>
          <a:ext cx="8280368" cy="64786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/>
            <a:t>Refil bomboane + actualizare scor</a:t>
          </a:r>
          <a:endParaRPr lang="en-US" sz="2800" kern="1200"/>
        </a:p>
      </dsp:txBody>
      <dsp:txXfrm>
        <a:off x="2492331" y="2970346"/>
        <a:ext cx="7202968" cy="609912"/>
      </dsp:txXfrm>
    </dsp:sp>
    <dsp:sp modelId="{3A049742-9F32-4285-A757-558AC61802DF}">
      <dsp:nvSpPr>
        <dsp:cNvPr id="0" name=""/>
        <dsp:cNvSpPr/>
      </dsp:nvSpPr>
      <dsp:spPr>
        <a:xfrm>
          <a:off x="7859257" y="473299"/>
          <a:ext cx="421110" cy="4211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954007" y="473299"/>
        <a:ext cx="231610" cy="316885"/>
      </dsp:txXfrm>
    </dsp:sp>
    <dsp:sp modelId="{F0689918-478D-4FD8-8DAD-B3010CD7415A}">
      <dsp:nvSpPr>
        <dsp:cNvPr id="0" name=""/>
        <dsp:cNvSpPr/>
      </dsp:nvSpPr>
      <dsp:spPr>
        <a:xfrm>
          <a:off x="8477597" y="1211142"/>
          <a:ext cx="421110" cy="42111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8572347" y="1211142"/>
        <a:ext cx="231610" cy="316885"/>
      </dsp:txXfrm>
    </dsp:sp>
    <dsp:sp modelId="{27FB0AEE-F548-4B40-956A-B0F9E59F1621}">
      <dsp:nvSpPr>
        <dsp:cNvPr id="0" name=""/>
        <dsp:cNvSpPr/>
      </dsp:nvSpPr>
      <dsp:spPr>
        <a:xfrm>
          <a:off x="9095936" y="1938187"/>
          <a:ext cx="421110" cy="421110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190686" y="1938187"/>
        <a:ext cx="231610" cy="316885"/>
      </dsp:txXfrm>
    </dsp:sp>
    <dsp:sp modelId="{9AB9B1E6-D34C-4C8A-B7FC-798C08083268}">
      <dsp:nvSpPr>
        <dsp:cNvPr id="0" name=""/>
        <dsp:cNvSpPr/>
      </dsp:nvSpPr>
      <dsp:spPr>
        <a:xfrm>
          <a:off x="9714275" y="2683228"/>
          <a:ext cx="421110" cy="42111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9809025" y="2683228"/>
        <a:ext cx="231610" cy="3168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03CBE4-0CDE-4A3C-AAC0-327606A9E3D2}">
      <dsp:nvSpPr>
        <dsp:cNvPr id="0" name=""/>
        <dsp:cNvSpPr/>
      </dsp:nvSpPr>
      <dsp:spPr>
        <a:xfrm>
          <a:off x="367506" y="0"/>
          <a:ext cx="5543550" cy="554355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28201D-42EA-4B3A-AE2E-44605BA64C1C}">
      <dsp:nvSpPr>
        <dsp:cNvPr id="0" name=""/>
        <dsp:cNvSpPr/>
      </dsp:nvSpPr>
      <dsp:spPr>
        <a:xfrm>
          <a:off x="894143" y="526637"/>
          <a:ext cx="2161984" cy="2161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/>
            <a:t>Canvas 11x11 pentru bomboane</a:t>
          </a:r>
          <a:endParaRPr lang="en-US" sz="2900" kern="1200"/>
        </a:p>
      </dsp:txBody>
      <dsp:txXfrm>
        <a:off x="999682" y="632176"/>
        <a:ext cx="1950906" cy="1950906"/>
      </dsp:txXfrm>
    </dsp:sp>
    <dsp:sp modelId="{DABFA5D9-9192-4FA0-BBB6-8C81A392C419}">
      <dsp:nvSpPr>
        <dsp:cNvPr id="0" name=""/>
        <dsp:cNvSpPr/>
      </dsp:nvSpPr>
      <dsp:spPr>
        <a:xfrm>
          <a:off x="3222434" y="526637"/>
          <a:ext cx="2161984" cy="2161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/>
            <a:t>Controale – Play, Stop, Viteză ajustabilă</a:t>
          </a:r>
          <a:endParaRPr lang="en-US" sz="2900" kern="1200"/>
        </a:p>
      </dsp:txBody>
      <dsp:txXfrm>
        <a:off x="3327973" y="632176"/>
        <a:ext cx="1950906" cy="1950906"/>
      </dsp:txXfrm>
    </dsp:sp>
    <dsp:sp modelId="{E82C343D-F13B-4782-B755-529C83037ECF}">
      <dsp:nvSpPr>
        <dsp:cNvPr id="0" name=""/>
        <dsp:cNvSpPr/>
      </dsp:nvSpPr>
      <dsp:spPr>
        <a:xfrm>
          <a:off x="894143" y="2854928"/>
          <a:ext cx="2161984" cy="2161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/>
            <a:t>Evidențiere albă pentru swap-uri</a:t>
          </a:r>
          <a:endParaRPr lang="en-US" sz="2900" kern="1200"/>
        </a:p>
      </dsp:txBody>
      <dsp:txXfrm>
        <a:off x="999682" y="2960467"/>
        <a:ext cx="1950906" cy="1950906"/>
      </dsp:txXfrm>
    </dsp:sp>
    <dsp:sp modelId="{CA1F924F-6AED-46AA-A38F-641525A7CF77}">
      <dsp:nvSpPr>
        <dsp:cNvPr id="0" name=""/>
        <dsp:cNvSpPr/>
      </dsp:nvSpPr>
      <dsp:spPr>
        <a:xfrm>
          <a:off x="3222434" y="2854928"/>
          <a:ext cx="2161984" cy="21619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/>
            <a:t>Evidențiere albastră pentru match-uri</a:t>
          </a:r>
          <a:endParaRPr lang="en-US" sz="2900" kern="1200"/>
        </a:p>
      </dsp:txBody>
      <dsp:txXfrm>
        <a:off x="3327973" y="2960467"/>
        <a:ext cx="1950906" cy="19509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F29C1-C9AE-4221-9823-B27CE0BAA055}">
      <dsp:nvSpPr>
        <dsp:cNvPr id="0" name=""/>
        <dsp:cNvSpPr/>
      </dsp:nvSpPr>
      <dsp:spPr>
        <a:xfrm>
          <a:off x="1225151" y="1231121"/>
          <a:ext cx="974169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15FBA-7C9D-426E-A1AB-063149CFB02C}">
      <dsp:nvSpPr>
        <dsp:cNvPr id="0" name=""/>
        <dsp:cNvSpPr/>
      </dsp:nvSpPr>
      <dsp:spPr>
        <a:xfrm>
          <a:off x="2257771" y="1149247"/>
          <a:ext cx="112029" cy="21062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664767-28FE-41CD-A5C6-B965A3DFE1DB}">
      <dsp:nvSpPr>
        <dsp:cNvPr id="0" name=""/>
        <dsp:cNvSpPr/>
      </dsp:nvSpPr>
      <dsp:spPr>
        <a:xfrm>
          <a:off x="601107" y="728884"/>
          <a:ext cx="1004546" cy="1004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82" tIns="38982" rIns="38982" bIns="38982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748219" y="875996"/>
        <a:ext cx="710322" cy="710322"/>
      </dsp:txXfrm>
    </dsp:sp>
    <dsp:sp modelId="{AD09F1BA-6662-4E78-9427-11B094C7D51C}">
      <dsp:nvSpPr>
        <dsp:cNvPr id="0" name=""/>
        <dsp:cNvSpPr/>
      </dsp:nvSpPr>
      <dsp:spPr>
        <a:xfrm>
          <a:off x="7439" y="1899030"/>
          <a:ext cx="219188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98" tIns="165100" rIns="172898" bIns="1651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600" kern="1200" dirty="0"/>
            <a:t>detect_formations() – identifică toate match-urile</a:t>
          </a:r>
          <a:endParaRPr lang="en-US" sz="1600" kern="1200" dirty="0"/>
        </a:p>
      </dsp:txBody>
      <dsp:txXfrm>
        <a:off x="7439" y="2292150"/>
        <a:ext cx="2191881" cy="1572480"/>
      </dsp:txXfrm>
    </dsp:sp>
    <dsp:sp modelId="{E0C140BC-2CBD-4130-BDE9-F941037C67A2}">
      <dsp:nvSpPr>
        <dsp:cNvPr id="0" name=""/>
        <dsp:cNvSpPr/>
      </dsp:nvSpPr>
      <dsp:spPr>
        <a:xfrm>
          <a:off x="2442863" y="1231121"/>
          <a:ext cx="219188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14091-26AD-4092-8485-A101653C8E96}">
      <dsp:nvSpPr>
        <dsp:cNvPr id="0" name=""/>
        <dsp:cNvSpPr/>
      </dsp:nvSpPr>
      <dsp:spPr>
        <a:xfrm>
          <a:off x="4693195" y="1149247"/>
          <a:ext cx="112029" cy="21062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8D30E0-BBD5-48C9-908F-2A003720222B}">
      <dsp:nvSpPr>
        <dsp:cNvPr id="0" name=""/>
        <dsp:cNvSpPr/>
      </dsp:nvSpPr>
      <dsp:spPr>
        <a:xfrm>
          <a:off x="3036531" y="728884"/>
          <a:ext cx="1004546" cy="1004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82" tIns="38982" rIns="38982" bIns="38982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3183643" y="875996"/>
        <a:ext cx="710322" cy="710322"/>
      </dsp:txXfrm>
    </dsp:sp>
    <dsp:sp modelId="{4EAD564E-EA5A-4373-A2DD-E9ED43D2DB77}">
      <dsp:nvSpPr>
        <dsp:cNvPr id="0" name=""/>
        <dsp:cNvSpPr/>
      </dsp:nvSpPr>
      <dsp:spPr>
        <a:xfrm>
          <a:off x="2442863" y="1899030"/>
          <a:ext cx="219188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98" tIns="165100" rIns="172898" bIns="1651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/>
            <a:t>swap() – schimbă două celule</a:t>
          </a:r>
          <a:endParaRPr lang="en-US" sz="2000" kern="1200" dirty="0"/>
        </a:p>
      </dsp:txBody>
      <dsp:txXfrm>
        <a:off x="2442863" y="2292150"/>
        <a:ext cx="2191881" cy="1572480"/>
      </dsp:txXfrm>
    </dsp:sp>
    <dsp:sp modelId="{5E96C48C-99FA-4072-9DF6-A249B35FFBC5}">
      <dsp:nvSpPr>
        <dsp:cNvPr id="0" name=""/>
        <dsp:cNvSpPr/>
      </dsp:nvSpPr>
      <dsp:spPr>
        <a:xfrm>
          <a:off x="4878287" y="1231121"/>
          <a:ext cx="219188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F63AD-A837-4677-B16F-C9BA38443DBD}">
      <dsp:nvSpPr>
        <dsp:cNvPr id="0" name=""/>
        <dsp:cNvSpPr/>
      </dsp:nvSpPr>
      <dsp:spPr>
        <a:xfrm>
          <a:off x="7128619" y="1149247"/>
          <a:ext cx="112029" cy="21062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C98DA-FB97-4D3F-A1C6-1DE4958E8CE1}">
      <dsp:nvSpPr>
        <dsp:cNvPr id="0" name=""/>
        <dsp:cNvSpPr/>
      </dsp:nvSpPr>
      <dsp:spPr>
        <a:xfrm>
          <a:off x="5471955" y="728884"/>
          <a:ext cx="1004546" cy="1004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82" tIns="38982" rIns="38982" bIns="38982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5619067" y="875996"/>
        <a:ext cx="710322" cy="710322"/>
      </dsp:txXfrm>
    </dsp:sp>
    <dsp:sp modelId="{336B08F6-9B97-45CC-A431-5C3A056961D5}">
      <dsp:nvSpPr>
        <dsp:cNvPr id="0" name=""/>
        <dsp:cNvSpPr/>
      </dsp:nvSpPr>
      <dsp:spPr>
        <a:xfrm>
          <a:off x="4878287" y="1899030"/>
          <a:ext cx="219188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98" tIns="165100" rIns="172898" bIns="1651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apply_gravity_and_refill() – aplică gravitația și reumple tabla cu bomboane</a:t>
          </a:r>
          <a:endParaRPr lang="en-US" sz="1800" kern="1200" dirty="0"/>
        </a:p>
      </dsp:txBody>
      <dsp:txXfrm>
        <a:off x="4878287" y="2292150"/>
        <a:ext cx="2191881" cy="1572480"/>
      </dsp:txXfrm>
    </dsp:sp>
    <dsp:sp modelId="{2ED21C9D-60EE-485A-AAD2-7D15F3C12B42}">
      <dsp:nvSpPr>
        <dsp:cNvPr id="0" name=""/>
        <dsp:cNvSpPr/>
      </dsp:nvSpPr>
      <dsp:spPr>
        <a:xfrm>
          <a:off x="7313712" y="1231121"/>
          <a:ext cx="2191881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2C55FE-9E6E-477F-B7BA-BE5AE22AAA4B}">
      <dsp:nvSpPr>
        <dsp:cNvPr id="0" name=""/>
        <dsp:cNvSpPr/>
      </dsp:nvSpPr>
      <dsp:spPr>
        <a:xfrm>
          <a:off x="9564043" y="1149247"/>
          <a:ext cx="112029" cy="210626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B36233-F349-4261-A4D4-7DF3DB3C922C}">
      <dsp:nvSpPr>
        <dsp:cNvPr id="0" name=""/>
        <dsp:cNvSpPr/>
      </dsp:nvSpPr>
      <dsp:spPr>
        <a:xfrm>
          <a:off x="7907379" y="728884"/>
          <a:ext cx="1004546" cy="1004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82" tIns="38982" rIns="38982" bIns="38982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4</a:t>
          </a:r>
        </a:p>
      </dsp:txBody>
      <dsp:txXfrm>
        <a:off x="8054491" y="875996"/>
        <a:ext cx="710322" cy="710322"/>
      </dsp:txXfrm>
    </dsp:sp>
    <dsp:sp modelId="{DD16BD14-46AB-48A2-99E8-56E0DA4AD026}">
      <dsp:nvSpPr>
        <dsp:cNvPr id="0" name=""/>
        <dsp:cNvSpPr/>
      </dsp:nvSpPr>
      <dsp:spPr>
        <a:xfrm>
          <a:off x="7313712" y="1899030"/>
          <a:ext cx="219188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98" tIns="165100" rIns="172898" bIns="1651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dirty="0"/>
            <a:t>draw() – desenează tabla pe canvas</a:t>
          </a:r>
          <a:endParaRPr lang="en-US" sz="2100" kern="1200" dirty="0"/>
        </a:p>
      </dsp:txBody>
      <dsp:txXfrm>
        <a:off x="7313712" y="2292150"/>
        <a:ext cx="2191881" cy="1572480"/>
      </dsp:txXfrm>
    </dsp:sp>
    <dsp:sp modelId="{46A81505-EBCA-4B97-B4A8-BD5279B5FA73}">
      <dsp:nvSpPr>
        <dsp:cNvPr id="0" name=""/>
        <dsp:cNvSpPr/>
      </dsp:nvSpPr>
      <dsp:spPr>
        <a:xfrm>
          <a:off x="9749136" y="1231121"/>
          <a:ext cx="1095940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20AC5-65C6-4D17-A4A6-F0128F669FD6}">
      <dsp:nvSpPr>
        <dsp:cNvPr id="0" name=""/>
        <dsp:cNvSpPr/>
      </dsp:nvSpPr>
      <dsp:spPr>
        <a:xfrm>
          <a:off x="10342803" y="728884"/>
          <a:ext cx="1004546" cy="100454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82" tIns="38982" rIns="38982" bIns="38982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5</a:t>
          </a:r>
        </a:p>
      </dsp:txBody>
      <dsp:txXfrm>
        <a:off x="10489915" y="875996"/>
        <a:ext cx="710322" cy="710322"/>
      </dsp:txXfrm>
    </dsp:sp>
    <dsp:sp modelId="{3EF3FE7A-7324-47D2-B87B-E439540E4C18}">
      <dsp:nvSpPr>
        <dsp:cNvPr id="0" name=""/>
        <dsp:cNvSpPr/>
      </dsp:nvSpPr>
      <dsp:spPr>
        <a:xfrm>
          <a:off x="9749136" y="1899030"/>
          <a:ext cx="2191881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2898" tIns="165100" rIns="172898" bIns="1651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dirty="0"/>
            <a:t>find_any_swap() – găsește următoare mutare validă</a:t>
          </a:r>
          <a:endParaRPr lang="en-US" sz="2100" kern="1200" dirty="0"/>
        </a:p>
      </dsp:txBody>
      <dsp:txXfrm>
        <a:off x="9749136" y="2292150"/>
        <a:ext cx="2191881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3689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149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577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4205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544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251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3662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5279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972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092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34279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B36988E-F481-47C7-BD7E-0C20B0A1CF04}" type="datetimeFigureOut">
              <a:rPr lang="ro-RO" smtClean="0"/>
              <a:t>12.01.2026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86EADCAD-B8FF-4E10-AB23-7874B2BF33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85930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9E7246D-3EE7-4A03-E480-40F779D8A1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4AE38A-3B33-3A04-11DC-33EAD6295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Candy Crush </a:t>
            </a:r>
            <a:endParaRPr lang="ro-RO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3EED5-0769-8BE9-301B-AA58E545A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rgbClr val="FFFFFF"/>
                </a:solidFill>
              </a:rPr>
              <a:t>Clițan Casian</a:t>
            </a:r>
          </a:p>
        </p:txBody>
      </p:sp>
    </p:spTree>
    <p:extLst>
      <p:ext uri="{BB962C8B-B14F-4D97-AF65-F5344CB8AC3E}">
        <p14:creationId xmlns:p14="http://schemas.microsoft.com/office/powerpoint/2010/main" val="2209692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792D-EC4D-8C83-F8FC-E9616BF4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Candy Crush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194229-0ABB-1076-ECBE-8CF0A2ABFE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157784"/>
              </p:ext>
            </p:extLst>
          </p:nvPr>
        </p:nvGraphicFramePr>
        <p:xfrm>
          <a:off x="676656" y="2011680"/>
          <a:ext cx="10753725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57002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FECB-5743-CB57-C90F-83D488CBB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ro-RO" dirty="0"/>
              <a:t>Obiectivele proiectului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FE6520-BDB8-8189-1CB9-9895D581A5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935225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2553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879F-DF85-8475-F334-60C8B5E2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ro-RO" dirty="0"/>
              <a:t>Tehnologii folosite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A9A7CC-4FF3-06AD-FBA5-D46E4E822E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421113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788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EB1F8F-B953-457A-843F-D2E06F519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8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11D93-A8BE-35D6-E0F1-724ED9F3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782340"/>
            <a:ext cx="10772775" cy="1658198"/>
          </a:xfrm>
        </p:spPr>
        <p:txBody>
          <a:bodyPr>
            <a:normAutofit/>
          </a:bodyPr>
          <a:lstStyle/>
          <a:p>
            <a:r>
              <a:rPr lang="ro-RO">
                <a:solidFill>
                  <a:srgbClr val="FFFFFF"/>
                </a:solidFill>
              </a:rPr>
              <a:t>Structura codului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5BF308-DDA7-F478-790E-B4422B4CA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1215986"/>
              </p:ext>
            </p:extLst>
          </p:nvPr>
        </p:nvGraphicFramePr>
        <p:xfrm>
          <a:off x="676275" y="643468"/>
          <a:ext cx="10872258" cy="3501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610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D17F-3292-3CD7-9A8B-8320927B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>
            <a:normAutofit/>
          </a:bodyPr>
          <a:lstStyle/>
          <a:p>
            <a:r>
              <a:rPr lang="ro-RO" dirty="0"/>
              <a:t>Cum funcționează jocul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747864-D34F-7301-D293-BED9C202B1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7381778"/>
              </p:ext>
            </p:extLst>
          </p:nvPr>
        </p:nvGraphicFramePr>
        <p:xfrm>
          <a:off x="676275" y="2373549"/>
          <a:ext cx="10753725" cy="3599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165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6B9AFD1-7FE5-4810-A702-CC2E991C1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2A0E5-ACE4-59E8-6099-D51CC55B8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9458" y="643467"/>
            <a:ext cx="3349075" cy="5584296"/>
          </a:xfrm>
        </p:spPr>
        <p:txBody>
          <a:bodyPr anchor="ctr">
            <a:normAutofit/>
          </a:bodyPr>
          <a:lstStyle/>
          <a:p>
            <a:r>
              <a:rPr lang="ro-RO" sz="4000">
                <a:solidFill>
                  <a:srgbClr val="FFFFFF"/>
                </a:solidFill>
              </a:rPr>
              <a:t>Interfața vizuală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A8019B-7871-CE64-A0BE-19A3D0AC6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94163"/>
              </p:ext>
            </p:extLst>
          </p:nvPr>
        </p:nvGraphicFramePr>
        <p:xfrm>
          <a:off x="633413" y="684213"/>
          <a:ext cx="6278562" cy="5543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044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8DB2-4103-E18F-41BB-2FB30E00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Funcții importante în cod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7C0291-73A4-0D05-D5FA-B4400815FD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927970"/>
              </p:ext>
            </p:extLst>
          </p:nvPr>
        </p:nvGraphicFramePr>
        <p:xfrm>
          <a:off x="0" y="1656678"/>
          <a:ext cx="12192000" cy="4593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054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6EBC0-20D6-2524-84E6-2A526F497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2599901"/>
            <a:ext cx="10772775" cy="1658198"/>
          </a:xfrm>
        </p:spPr>
        <p:txBody>
          <a:bodyPr/>
          <a:lstStyle/>
          <a:p>
            <a:pPr algn="ctr"/>
            <a:r>
              <a:rPr lang="ro-RO" dirty="0"/>
              <a:t>Mulțumesc pentru atenție! 😺</a:t>
            </a:r>
          </a:p>
        </p:txBody>
      </p:sp>
    </p:spTree>
    <p:extLst>
      <p:ext uri="{BB962C8B-B14F-4D97-AF65-F5344CB8AC3E}">
        <p14:creationId xmlns:p14="http://schemas.microsoft.com/office/powerpoint/2010/main" val="4063162570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14</TotalTime>
  <Words>206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 Light</vt:lpstr>
      <vt:lpstr>Metropolitan</vt:lpstr>
      <vt:lpstr>Candy Crush </vt:lpstr>
      <vt:lpstr>Candy Crush</vt:lpstr>
      <vt:lpstr>Obiectivele proiectului</vt:lpstr>
      <vt:lpstr>Tehnologii folosite</vt:lpstr>
      <vt:lpstr>Structura codului</vt:lpstr>
      <vt:lpstr>Cum funcționează jocul</vt:lpstr>
      <vt:lpstr>Interfața vizuală</vt:lpstr>
      <vt:lpstr>Funcții importante în cod</vt:lpstr>
      <vt:lpstr>Mulțumesc pentru atenție! 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Cosmina Crina Moldovan</dc:creator>
  <cp:lastModifiedBy>Cosmina Crina Moldovan</cp:lastModifiedBy>
  <cp:revision>2</cp:revision>
  <dcterms:created xsi:type="dcterms:W3CDTF">2026-01-12T09:36:38Z</dcterms:created>
  <dcterms:modified xsi:type="dcterms:W3CDTF">2026-01-12T10:51:48Z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2026-01-12T09:54:33Z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b8e17739-d268-4a4b-b0b4-f75391e76fc2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